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78" r:id="rId5"/>
    <p:sldId id="279" r:id="rId6"/>
    <p:sldId id="280" r:id="rId7"/>
    <p:sldId id="281" r:id="rId8"/>
    <p:sldId id="282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92" r:id="rId17"/>
    <p:sldId id="293" r:id="rId18"/>
    <p:sldId id="291" r:id="rId19"/>
    <p:sldId id="294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F752C-0B1C-444E-9F1D-A6D6BCD74662}" v="80" dt="2026-06-09T20:46:03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o Fernandez" userId="7963c5ee945e0b6c" providerId="LiveId" clId="{BCFE2648-0C9A-42E5-8A67-8021667D406F}"/>
    <pc:docChg chg="undo custSel addSld modSld">
      <pc:chgData name="Alejo Fernandez" userId="7963c5ee945e0b6c" providerId="LiveId" clId="{BCFE2648-0C9A-42E5-8A67-8021667D406F}" dt="2026-06-09T20:47:20.937" v="2215" actId="404"/>
      <pc:docMkLst>
        <pc:docMk/>
      </pc:docMkLst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4167884232" sldId="278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167884232" sldId="278"/>
            <ac:spMk id="2" creationId="{0D1F047C-C727-42A7-85C5-68C5AA1B1A93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167884232" sldId="278"/>
            <ac:spMk id="3" creationId="{DB93FB3F-A8D4-46D3-A1C6-C79C64563729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167884232" sldId="278"/>
            <ac:spMk id="103" creationId="{FE469E50-3893-4ED6-92BA-2985C32B0CA6}"/>
          </ac:spMkLst>
        </pc:sp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3220235682" sldId="279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3220235682" sldId="279"/>
            <ac:spMk id="2" creationId="{89559F60-4CE1-4E2F-86EA-1B60679F1F4A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3220235682" sldId="279"/>
            <ac:spMk id="24" creationId="{F260476B-CCA6-412B-A9C5-399C34AE6F05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3220235682" sldId="279"/>
            <ac:spMk id="55" creationId="{0EF2A0DA-AE81-4A45-972E-646AC2870C2F}"/>
          </ac:spMkLst>
        </pc:spChg>
      </pc:sldChg>
      <pc:sldChg chg="addSp modSp mod">
        <pc:chgData name="Alejo Fernandez" userId="7963c5ee945e0b6c" providerId="LiveId" clId="{BCFE2648-0C9A-42E5-8A67-8021667D406F}" dt="2026-06-09T20:36:52.998" v="2003" actId="790"/>
        <pc:sldMkLst>
          <pc:docMk/>
          <pc:sldMk cId="193285242" sldId="280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93285242" sldId="280"/>
            <ac:spMk id="2" creationId="{8C7BB9AA-DC92-11C7-126A-9CBC5122B7CD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93285242" sldId="280"/>
            <ac:spMk id="3" creationId="{490E6174-BAB2-1AAD-67BA-F9655CB90723}"/>
          </ac:spMkLst>
        </pc:spChg>
        <pc:spChg chg="add mod">
          <ac:chgData name="Alejo Fernandez" userId="7963c5ee945e0b6c" providerId="LiveId" clId="{BCFE2648-0C9A-42E5-8A67-8021667D406F}" dt="2026-06-09T20:36:52.998" v="2003" actId="790"/>
          <ac:spMkLst>
            <pc:docMk/>
            <pc:sldMk cId="193285242" sldId="280"/>
            <ac:spMk id="4" creationId="{C1F5DA9C-9228-90DC-B996-A95B6DD0A231}"/>
          </ac:spMkLst>
        </pc:sp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1791399871" sldId="281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791399871" sldId="281"/>
            <ac:spMk id="2" creationId="{35450E1D-60E1-AEBD-1D2E-205B87223B22}"/>
          </ac:spMkLst>
        </pc:spChg>
        <pc:graphicFrameChg chg="modGraphic">
          <ac:chgData name="Alejo Fernandez" userId="7963c5ee945e0b6c" providerId="LiveId" clId="{BCFE2648-0C9A-42E5-8A67-8021667D406F}" dt="2026-06-09T20:36:52.998" v="2003" actId="790"/>
          <ac:graphicFrameMkLst>
            <pc:docMk/>
            <pc:sldMk cId="1791399871" sldId="281"/>
            <ac:graphicFrameMk id="7" creationId="{85E91518-8A7D-6D87-F55E-1C2EB6A545B4}"/>
          </ac:graphicFrameMkLst>
        </pc:graphicFrame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655489538" sldId="282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655489538" sldId="282"/>
            <ac:spMk id="2" creationId="{74BECC3E-A945-4CCE-D8A5-DC08F4374C5E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655489538" sldId="282"/>
            <ac:spMk id="4" creationId="{76D0C196-0B83-4954-B7C4-8B20E21A425B}"/>
          </ac:spMkLst>
        </pc:sp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1215517019" sldId="283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215517019" sldId="283"/>
            <ac:spMk id="2" creationId="{8D25FC3A-FCBE-11F3-1297-5AC25E3D872E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215517019" sldId="283"/>
            <ac:spMk id="4" creationId="{FA1C78B6-094D-9E8F-07D1-F20D14C12DE3}"/>
          </ac:spMkLst>
        </pc:spChg>
      </pc:sldChg>
      <pc:sldChg chg="modSp mod">
        <pc:chgData name="Alejo Fernandez" userId="7963c5ee945e0b6c" providerId="LiveId" clId="{BCFE2648-0C9A-42E5-8A67-8021667D406F}" dt="2026-06-09T20:47:20.937" v="2215" actId="404"/>
        <pc:sldMkLst>
          <pc:docMk/>
          <pc:sldMk cId="2672631280" sldId="285"/>
        </pc:sldMkLst>
        <pc:spChg chg="mod">
          <ac:chgData name="Alejo Fernandez" userId="7963c5ee945e0b6c" providerId="LiveId" clId="{BCFE2648-0C9A-42E5-8A67-8021667D406F}" dt="2026-06-09T20:47:20.937" v="2215" actId="404"/>
          <ac:spMkLst>
            <pc:docMk/>
            <pc:sldMk cId="2672631280" sldId="285"/>
            <ac:spMk id="2" creationId="{F61CFB5B-5B5F-D842-D8DA-56789CC9D97D}"/>
          </ac:spMkLst>
        </pc:spChg>
        <pc:graphicFrameChg chg="modGraphic">
          <ac:chgData name="Alejo Fernandez" userId="7963c5ee945e0b6c" providerId="LiveId" clId="{BCFE2648-0C9A-42E5-8A67-8021667D406F}" dt="2026-06-09T20:36:52.998" v="2003" actId="790"/>
          <ac:graphicFrameMkLst>
            <pc:docMk/>
            <pc:sldMk cId="2672631280" sldId="285"/>
            <ac:graphicFrameMk id="7" creationId="{AFDAAAC1-34E6-2B04-99D8-C020BD89AA7F}"/>
          </ac:graphicFrameMkLst>
        </pc:graphicFrame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1610859182" sldId="286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610859182" sldId="286"/>
            <ac:spMk id="2" creationId="{BC4509C4-CB02-B427-51FD-6606EF4B3F32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610859182" sldId="286"/>
            <ac:spMk id="3" creationId="{1B8DB047-F71F-8260-2635-8BF57454B408}"/>
          </ac:spMkLst>
        </pc:spChg>
      </pc:sldChg>
      <pc:sldChg chg="modSp mod">
        <pc:chgData name="Alejo Fernandez" userId="7963c5ee945e0b6c" providerId="LiveId" clId="{BCFE2648-0C9A-42E5-8A67-8021667D406F}" dt="2026-06-09T20:47:01.954" v="2214" actId="1035"/>
        <pc:sldMkLst>
          <pc:docMk/>
          <pc:sldMk cId="1545154474" sldId="287"/>
        </pc:sldMkLst>
        <pc:spChg chg="mod">
          <ac:chgData name="Alejo Fernandez" userId="7963c5ee945e0b6c" providerId="LiveId" clId="{BCFE2648-0C9A-42E5-8A67-8021667D406F}" dt="2026-06-09T20:47:01.954" v="2214" actId="1035"/>
          <ac:spMkLst>
            <pc:docMk/>
            <pc:sldMk cId="1545154474" sldId="287"/>
            <ac:spMk id="2" creationId="{4122A545-48FA-1477-1F42-229746154DF8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545154474" sldId="287"/>
            <ac:spMk id="4" creationId="{60EC9B04-028B-E2A4-FB04-EBB6C80824F2}"/>
          </ac:spMkLst>
        </pc:spChg>
        <pc:picChg chg="mod">
          <ac:chgData name="Alejo Fernandez" userId="7963c5ee945e0b6c" providerId="LiveId" clId="{BCFE2648-0C9A-42E5-8A67-8021667D406F}" dt="2026-06-09T20:05:59.255" v="430" actId="1076"/>
          <ac:picMkLst>
            <pc:docMk/>
            <pc:sldMk cId="1545154474" sldId="287"/>
            <ac:picMk id="5122" creationId="{4ABF4A36-FD2A-0507-7158-220DDFF0B4CF}"/>
          </ac:picMkLst>
        </pc:picChg>
      </pc:sldChg>
      <pc:sldChg chg="modSp mod">
        <pc:chgData name="Alejo Fernandez" userId="7963c5ee945e0b6c" providerId="LiveId" clId="{BCFE2648-0C9A-42E5-8A67-8021667D406F}" dt="2026-06-09T20:46:49.537" v="2212" actId="255"/>
        <pc:sldMkLst>
          <pc:docMk/>
          <pc:sldMk cId="3775891545" sldId="288"/>
        </pc:sldMkLst>
        <pc:spChg chg="mod">
          <ac:chgData name="Alejo Fernandez" userId="7963c5ee945e0b6c" providerId="LiveId" clId="{BCFE2648-0C9A-42E5-8A67-8021667D406F}" dt="2026-06-09T20:46:32.640" v="2209" actId="403"/>
          <ac:spMkLst>
            <pc:docMk/>
            <pc:sldMk cId="3775891545" sldId="288"/>
            <ac:spMk id="2" creationId="{4D727BC6-B3B6-A2D2-DC43-C38373CA1A84}"/>
          </ac:spMkLst>
        </pc:spChg>
        <pc:spChg chg="mod">
          <ac:chgData name="Alejo Fernandez" userId="7963c5ee945e0b6c" providerId="LiveId" clId="{BCFE2648-0C9A-42E5-8A67-8021667D406F}" dt="2026-06-09T20:46:49.537" v="2212" actId="255"/>
          <ac:spMkLst>
            <pc:docMk/>
            <pc:sldMk cId="3775891545" sldId="288"/>
            <ac:spMk id="3" creationId="{9C6AF85F-F394-6862-67B5-C399547AA516}"/>
          </ac:spMkLst>
        </pc:sp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1698506321" sldId="289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698506321" sldId="289"/>
            <ac:spMk id="2" creationId="{E064670E-3626-3B1D-26B0-BED5730C5C5B}"/>
          </ac:spMkLst>
        </pc:spChg>
        <pc:graphicFrameChg chg="modGraphic">
          <ac:chgData name="Alejo Fernandez" userId="7963c5ee945e0b6c" providerId="LiveId" clId="{BCFE2648-0C9A-42E5-8A67-8021667D406F}" dt="2026-06-09T20:36:52.998" v="2003" actId="790"/>
          <ac:graphicFrameMkLst>
            <pc:docMk/>
            <pc:sldMk cId="1698506321" sldId="289"/>
            <ac:graphicFrameMk id="4" creationId="{128F4BA0-1DDE-6608-77B8-E60C75A6BB56}"/>
          </ac:graphicFrameMkLst>
        </pc:graphicFrame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496389718" sldId="290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96389718" sldId="290"/>
            <ac:spMk id="2" creationId="{CE049347-A515-65C6-CAFB-A73D06230618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96389718" sldId="290"/>
            <ac:spMk id="3" creationId="{CE6CE34D-F024-01A4-5B92-4BE1235CCBF8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496389718" sldId="290"/>
            <ac:spMk id="5" creationId="{5A0FEE2A-12E0-2F72-5008-7351CCDE9674}"/>
          </ac:spMkLst>
        </pc:spChg>
        <pc:picChg chg="mod">
          <ac:chgData name="Alejo Fernandez" userId="7963c5ee945e0b6c" providerId="LiveId" clId="{BCFE2648-0C9A-42E5-8A67-8021667D406F}" dt="2026-06-09T20:11:10.980" v="810" actId="1076"/>
          <ac:picMkLst>
            <pc:docMk/>
            <pc:sldMk cId="496389718" sldId="290"/>
            <ac:picMk id="6150" creationId="{2905D5FA-2588-D183-36CB-9391AC1613B6}"/>
          </ac:picMkLst>
        </pc:picChg>
      </pc:sldChg>
      <pc:sldChg chg="modSp mod">
        <pc:chgData name="Alejo Fernandez" userId="7963c5ee945e0b6c" providerId="LiveId" clId="{BCFE2648-0C9A-42E5-8A67-8021667D406F}" dt="2026-06-09T20:36:52.998" v="2003" actId="790"/>
        <pc:sldMkLst>
          <pc:docMk/>
          <pc:sldMk cId="1922127145" sldId="291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922127145" sldId="291"/>
            <ac:spMk id="2" creationId="{FA814801-7796-5B37-0960-34AFCD3E6074}"/>
          </ac:spMkLst>
        </pc:spChg>
      </pc:sldChg>
      <pc:sldChg chg="addSp delSp modSp new mod setBg">
        <pc:chgData name="Alejo Fernandez" userId="7963c5ee945e0b6c" providerId="LiveId" clId="{BCFE2648-0C9A-42E5-8A67-8021667D406F}" dt="2026-06-09T20:46:03.012" v="2208" actId="732"/>
        <pc:sldMkLst>
          <pc:docMk/>
          <pc:sldMk cId="2039161087" sldId="292"/>
        </pc:sldMkLst>
        <pc:spChg chg="mod">
          <ac:chgData name="Alejo Fernandez" userId="7963c5ee945e0b6c" providerId="LiveId" clId="{BCFE2648-0C9A-42E5-8A67-8021667D406F}" dt="2026-06-09T20:45:50.399" v="2206" actId="1076"/>
          <ac:spMkLst>
            <pc:docMk/>
            <pc:sldMk cId="2039161087" sldId="292"/>
            <ac:spMk id="2" creationId="{44B593D5-DB58-16EB-0B98-D434C45F553D}"/>
          </ac:spMkLst>
        </pc:spChg>
        <pc:spChg chg="del">
          <ac:chgData name="Alejo Fernandez" userId="7963c5ee945e0b6c" providerId="LiveId" clId="{BCFE2648-0C9A-42E5-8A67-8021667D406F}" dt="2026-06-09T20:16:17.170" v="1209"/>
          <ac:spMkLst>
            <pc:docMk/>
            <pc:sldMk cId="2039161087" sldId="292"/>
            <ac:spMk id="3" creationId="{FA989EE5-E5FE-6940-9514-E05A37906035}"/>
          </ac:spMkLst>
        </pc:spChg>
        <pc:spChg chg="mod ord">
          <ac:chgData name="Alejo Fernandez" userId="7963c5ee945e0b6c" providerId="LiveId" clId="{BCFE2648-0C9A-42E5-8A67-8021667D406F}" dt="2026-06-09T20:36:52.998" v="2003" actId="790"/>
          <ac:spMkLst>
            <pc:docMk/>
            <pc:sldMk cId="2039161087" sldId="292"/>
            <ac:spMk id="4" creationId="{E25537AD-51F7-F0A2-C65B-EB7EB328C88B}"/>
          </ac:spMkLst>
        </pc:spChg>
        <pc:spChg chg="add del mod">
          <ac:chgData name="Alejo Fernandez" userId="7963c5ee945e0b6c" providerId="LiveId" clId="{BCFE2648-0C9A-42E5-8A67-8021667D406F}" dt="2026-06-09T20:29:20.824" v="1782" actId="478"/>
          <ac:spMkLst>
            <pc:docMk/>
            <pc:sldMk cId="2039161087" sldId="292"/>
            <ac:spMk id="7" creationId="{6E7DBE41-8902-032A-C6E9-9E18637477C8}"/>
          </ac:spMkLst>
        </pc:spChg>
        <pc:spChg chg="add del mod">
          <ac:chgData name="Alejo Fernandez" userId="7963c5ee945e0b6c" providerId="LiveId" clId="{BCFE2648-0C9A-42E5-8A67-8021667D406F}" dt="2026-06-09T20:29:56.838" v="1785" actId="478"/>
          <ac:spMkLst>
            <pc:docMk/>
            <pc:sldMk cId="2039161087" sldId="292"/>
            <ac:spMk id="10" creationId="{E9C71614-821F-6A35-BB48-42A8140B4AE9}"/>
          </ac:spMkLst>
        </pc:spChg>
        <pc:picChg chg="add del mod">
          <ac:chgData name="Alejo Fernandez" userId="7963c5ee945e0b6c" providerId="LiveId" clId="{BCFE2648-0C9A-42E5-8A67-8021667D406F}" dt="2026-06-09T20:29:20.824" v="1782" actId="478"/>
          <ac:picMkLst>
            <pc:docMk/>
            <pc:sldMk cId="2039161087" sldId="292"/>
            <ac:picMk id="6" creationId="{5F3E8C13-C2A3-D8B5-67F0-4901B111C645}"/>
          </ac:picMkLst>
        </pc:picChg>
        <pc:picChg chg="add del mod ord">
          <ac:chgData name="Alejo Fernandez" userId="7963c5ee945e0b6c" providerId="LiveId" clId="{BCFE2648-0C9A-42E5-8A67-8021667D406F}" dt="2026-06-09T20:41:11.593" v="2188" actId="21"/>
          <ac:picMkLst>
            <pc:docMk/>
            <pc:sldMk cId="2039161087" sldId="292"/>
            <ac:picMk id="9" creationId="{6D213FC1-6B42-5024-EC14-7DEF018AE061}"/>
          </ac:picMkLst>
        </pc:picChg>
        <pc:picChg chg="add mod">
          <ac:chgData name="Alejo Fernandez" userId="7963c5ee945e0b6c" providerId="LiveId" clId="{BCFE2648-0C9A-42E5-8A67-8021667D406F}" dt="2026-06-09T20:46:03.012" v="2208" actId="732"/>
          <ac:picMkLst>
            <pc:docMk/>
            <pc:sldMk cId="2039161087" sldId="292"/>
            <ac:picMk id="1026" creationId="{2B03135C-29C7-3EC2-2DDE-3B08E93FA031}"/>
          </ac:picMkLst>
        </pc:picChg>
      </pc:sldChg>
      <pc:sldChg chg="addSp delSp modSp new mod modClrScheme chgLayout">
        <pc:chgData name="Alejo Fernandez" userId="7963c5ee945e0b6c" providerId="LiveId" clId="{BCFE2648-0C9A-42E5-8A67-8021667D406F}" dt="2026-06-09T20:36:52.998" v="2003" actId="790"/>
        <pc:sldMkLst>
          <pc:docMk/>
          <pc:sldMk cId="521791567" sldId="293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521791567" sldId="293"/>
            <ac:spMk id="2" creationId="{90720DE6-7FE7-C43C-6BDA-FE4F9EBDC0D8}"/>
          </ac:spMkLst>
        </pc:spChg>
        <pc:spChg chg="add del">
          <ac:chgData name="Alejo Fernandez" userId="7963c5ee945e0b6c" providerId="LiveId" clId="{BCFE2648-0C9A-42E5-8A67-8021667D406F}" dt="2026-06-09T20:21:00.752" v="1605" actId="22"/>
          <ac:spMkLst>
            <pc:docMk/>
            <pc:sldMk cId="521791567" sldId="293"/>
            <ac:spMk id="3" creationId="{55B55C79-9E37-A136-4605-89D3D3C9D1E8}"/>
          </ac:spMkLst>
        </pc:spChg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521791567" sldId="293"/>
            <ac:spMk id="4" creationId="{7D52A362-265F-5B00-DA77-20D972976A41}"/>
          </ac:spMkLst>
        </pc:spChg>
        <pc:spChg chg="add del mod">
          <ac:chgData name="Alejo Fernandez" userId="7963c5ee945e0b6c" providerId="LiveId" clId="{BCFE2648-0C9A-42E5-8A67-8021667D406F}" dt="2026-06-09T20:21:58.127" v="1612" actId="22"/>
          <ac:spMkLst>
            <pc:docMk/>
            <pc:sldMk cId="521791567" sldId="293"/>
            <ac:spMk id="7" creationId="{C986103B-1B3F-1771-3539-DAFBEC4D6551}"/>
          </ac:spMkLst>
        </pc:spChg>
        <pc:spChg chg="add del mod">
          <ac:chgData name="Alejo Fernandez" userId="7963c5ee945e0b6c" providerId="LiveId" clId="{BCFE2648-0C9A-42E5-8A67-8021667D406F}" dt="2026-06-09T20:21:33.529" v="1607" actId="478"/>
          <ac:spMkLst>
            <pc:docMk/>
            <pc:sldMk cId="521791567" sldId="293"/>
            <ac:spMk id="9" creationId="{C9ECC9D0-2B71-061D-279C-9A63CA57DF60}"/>
          </ac:spMkLst>
        </pc:spChg>
        <pc:picChg chg="add del mod">
          <ac:chgData name="Alejo Fernandez" userId="7963c5ee945e0b6c" providerId="LiveId" clId="{BCFE2648-0C9A-42E5-8A67-8021667D406F}" dt="2026-06-09T20:20:57.670" v="1604" actId="22"/>
          <ac:picMkLst>
            <pc:docMk/>
            <pc:sldMk cId="521791567" sldId="293"/>
            <ac:picMk id="6" creationId="{724FD843-4B65-80A1-C899-46280465FD83}"/>
          </ac:picMkLst>
        </pc:picChg>
        <pc:picChg chg="add del mod">
          <ac:chgData name="Alejo Fernandez" userId="7963c5ee945e0b6c" providerId="LiveId" clId="{BCFE2648-0C9A-42E5-8A67-8021667D406F}" dt="2026-06-09T20:21:32.066" v="1606" actId="478"/>
          <ac:picMkLst>
            <pc:docMk/>
            <pc:sldMk cId="521791567" sldId="293"/>
            <ac:picMk id="8" creationId="{DCA3A858-330A-8184-4CF0-683B98BA4B5F}"/>
          </ac:picMkLst>
        </pc:picChg>
        <pc:picChg chg="add mod">
          <ac:chgData name="Alejo Fernandez" userId="7963c5ee945e0b6c" providerId="LiveId" clId="{BCFE2648-0C9A-42E5-8A67-8021667D406F}" dt="2026-06-09T20:22:11.497" v="1614" actId="1076"/>
          <ac:picMkLst>
            <pc:docMk/>
            <pc:sldMk cId="521791567" sldId="293"/>
            <ac:picMk id="11" creationId="{973B629F-57D5-8FE0-E748-32505C1D5A88}"/>
          </ac:picMkLst>
        </pc:picChg>
        <pc:picChg chg="add del mod">
          <ac:chgData name="Alejo Fernandez" userId="7963c5ee945e0b6c" providerId="LiveId" clId="{BCFE2648-0C9A-42E5-8A67-8021667D406F}" dt="2026-06-09T20:20:44.200" v="1600" actId="21"/>
          <ac:picMkLst>
            <pc:docMk/>
            <pc:sldMk cId="521791567" sldId="293"/>
            <ac:picMk id="2050" creationId="{F190049E-6CB1-F2F0-15AA-4E9D2B4F5B54}"/>
          </ac:picMkLst>
        </pc:picChg>
      </pc:sldChg>
      <pc:sldChg chg="addSp delSp modSp new mod modClrScheme chgLayout">
        <pc:chgData name="Alejo Fernandez" userId="7963c5ee945e0b6c" providerId="LiveId" clId="{BCFE2648-0C9A-42E5-8A67-8021667D406F}" dt="2026-06-09T20:45:11.769" v="2202" actId="1076"/>
        <pc:sldMkLst>
          <pc:docMk/>
          <pc:sldMk cId="179586677" sldId="294"/>
        </pc:sldMkLst>
        <pc:spChg chg="mod">
          <ac:chgData name="Alejo Fernandez" userId="7963c5ee945e0b6c" providerId="LiveId" clId="{BCFE2648-0C9A-42E5-8A67-8021667D406F}" dt="2026-06-09T20:36:52.998" v="2003" actId="790"/>
          <ac:spMkLst>
            <pc:docMk/>
            <pc:sldMk cId="179586677" sldId="294"/>
            <ac:spMk id="2" creationId="{57AFCEE4-5D93-5F75-1287-E0A915AEA462}"/>
          </ac:spMkLst>
        </pc:spChg>
        <pc:spChg chg="add mod">
          <ac:chgData name="Alejo Fernandez" userId="7963c5ee945e0b6c" providerId="LiveId" clId="{BCFE2648-0C9A-42E5-8A67-8021667D406F}" dt="2026-06-09T20:40:54.967" v="2187" actId="113"/>
          <ac:spMkLst>
            <pc:docMk/>
            <pc:sldMk cId="179586677" sldId="294"/>
            <ac:spMk id="7" creationId="{8AB4DDCB-619A-2A0F-1C39-598D4FB75089}"/>
          </ac:spMkLst>
        </pc:spChg>
        <pc:spChg chg="add del mod">
          <ac:chgData name="Alejo Fernandez" userId="7963c5ee945e0b6c" providerId="LiveId" clId="{BCFE2648-0C9A-42E5-8A67-8021667D406F}" dt="2026-06-09T20:43:14.192" v="2194" actId="478"/>
          <ac:spMkLst>
            <pc:docMk/>
            <pc:sldMk cId="179586677" sldId="294"/>
            <ac:spMk id="8" creationId="{1382DAF4-D67B-41FA-E4D7-EE7FD8E5A952}"/>
          </ac:spMkLst>
        </pc:spChg>
        <pc:picChg chg="add mod">
          <ac:chgData name="Alejo Fernandez" userId="7963c5ee945e0b6c" providerId="LiveId" clId="{BCFE2648-0C9A-42E5-8A67-8021667D406F}" dt="2026-06-09T20:41:32.174" v="2192" actId="1076"/>
          <ac:picMkLst>
            <pc:docMk/>
            <pc:sldMk cId="179586677" sldId="294"/>
            <ac:picMk id="4" creationId="{1E1E223E-3AE0-274E-5D34-E872CEA3EADB}"/>
          </ac:picMkLst>
        </pc:picChg>
        <pc:picChg chg="add del mod">
          <ac:chgData name="Alejo Fernandez" userId="7963c5ee945e0b6c" providerId="LiveId" clId="{BCFE2648-0C9A-42E5-8A67-8021667D406F}" dt="2026-06-09T20:43:14.192" v="2194" actId="478"/>
          <ac:picMkLst>
            <pc:docMk/>
            <pc:sldMk cId="179586677" sldId="294"/>
            <ac:picMk id="6" creationId="{F9BF7D26-E203-39A0-19A6-6CB5A63F0BAB}"/>
          </ac:picMkLst>
        </pc:picChg>
        <pc:picChg chg="add mod">
          <ac:chgData name="Alejo Fernandez" userId="7963c5ee945e0b6c" providerId="LiveId" clId="{BCFE2648-0C9A-42E5-8A67-8021667D406F}" dt="2026-06-09T20:44:08.953" v="2199" actId="1076"/>
          <ac:picMkLst>
            <pc:docMk/>
            <pc:sldMk cId="179586677" sldId="294"/>
            <ac:picMk id="3074" creationId="{875619F2-9E98-C828-0419-69CDA0823C1A}"/>
          </ac:picMkLst>
        </pc:picChg>
        <pc:picChg chg="add mod">
          <ac:chgData name="Alejo Fernandez" userId="7963c5ee945e0b6c" providerId="LiveId" clId="{BCFE2648-0C9A-42E5-8A67-8021667D406F}" dt="2026-06-09T20:45:11.769" v="2202" actId="1076"/>
          <ac:picMkLst>
            <pc:docMk/>
            <pc:sldMk cId="179586677" sldId="294"/>
            <ac:picMk id="3076" creationId="{F0D1BF18-3FCB-A021-8FD4-5F4AB19A932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1C863-30E8-4B89-A655-E0192DB9792D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309ADA-6208-4AA6-9947-E8CB641986F7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Emisor</a:t>
          </a:r>
        </a:p>
      </dgm:t>
    </dgm:pt>
    <dgm:pt modelId="{9EE7BB1B-5DB1-41C2-AE77-B21D60339737}" type="parTrans" cxnId="{948D2317-43EC-49B3-82F3-DB44A1B84AFC}">
      <dgm:prSet/>
      <dgm:spPr/>
      <dgm:t>
        <a:bodyPr/>
        <a:lstStyle/>
        <a:p>
          <a:endParaRPr lang="en-US"/>
        </a:p>
      </dgm:t>
    </dgm:pt>
    <dgm:pt modelId="{F6342A59-BA32-4E37-B859-A7111F2AAB5F}" type="sibTrans" cxnId="{948D2317-43EC-49B3-82F3-DB44A1B84AF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DB8AF84-02BE-4FD8-B1D0-3A76FFF6E974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s-AR" sz="2400" noProof="0" dirty="0"/>
            <a:t>La fuente de luz. Define la dirección y el tipo de rayos (puntuales o paralelos).</a:t>
          </a:r>
        </a:p>
      </dgm:t>
    </dgm:pt>
    <dgm:pt modelId="{3339B761-A54F-464C-89B4-9E73DB5F2B5D}" type="parTrans" cxnId="{D6984617-FD64-4A52-9F22-B3047C56B3F0}">
      <dgm:prSet/>
      <dgm:spPr/>
      <dgm:t>
        <a:bodyPr/>
        <a:lstStyle/>
        <a:p>
          <a:endParaRPr lang="en-US"/>
        </a:p>
      </dgm:t>
    </dgm:pt>
    <dgm:pt modelId="{528F30B4-0985-42BA-9E48-07A37035CE04}" type="sibTrans" cxnId="{D6984617-FD64-4A52-9F22-B3047C56B3F0}">
      <dgm:prSet/>
      <dgm:spPr/>
      <dgm:t>
        <a:bodyPr/>
        <a:lstStyle/>
        <a:p>
          <a:endParaRPr lang="en-US"/>
        </a:p>
      </dgm:t>
    </dgm:pt>
    <dgm:pt modelId="{90B4196F-45A3-4543-87E6-96E07117C2DD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Oclusor</a:t>
          </a:r>
        </a:p>
      </dgm:t>
    </dgm:pt>
    <dgm:pt modelId="{BDD4EE94-9C56-4E6A-AAAD-35982364D0BD}" type="parTrans" cxnId="{C1AEAF82-1D07-4F27-95A9-432078526039}">
      <dgm:prSet/>
      <dgm:spPr/>
      <dgm:t>
        <a:bodyPr/>
        <a:lstStyle/>
        <a:p>
          <a:endParaRPr lang="en-US"/>
        </a:p>
      </dgm:t>
    </dgm:pt>
    <dgm:pt modelId="{2A1B4615-58A1-45C7-BB3A-2F0B563DBB56}" type="sibTrans" cxnId="{C1AEAF82-1D07-4F27-95A9-43207852603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C56B82D4-ECF4-42CE-924E-29FA07E292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AR" sz="2400" noProof="0" dirty="0"/>
            <a:t>El objeto que intercepta los rayos de luz antes de que lleguen al receptor.​</a:t>
          </a:r>
        </a:p>
      </dgm:t>
    </dgm:pt>
    <dgm:pt modelId="{EAF1A8F4-AD99-49C6-A609-434DC8BF0661}" type="parTrans" cxnId="{4A64B1FB-D9F4-4A26-990A-1A129D59DC5F}">
      <dgm:prSet/>
      <dgm:spPr/>
      <dgm:t>
        <a:bodyPr/>
        <a:lstStyle/>
        <a:p>
          <a:endParaRPr lang="en-US"/>
        </a:p>
      </dgm:t>
    </dgm:pt>
    <dgm:pt modelId="{CF4C10B6-A97E-4EFD-9613-0C46B8532A82}" type="sibTrans" cxnId="{4A64B1FB-D9F4-4A26-990A-1A129D59DC5F}">
      <dgm:prSet/>
      <dgm:spPr/>
      <dgm:t>
        <a:bodyPr/>
        <a:lstStyle/>
        <a:p>
          <a:endParaRPr lang="en-US"/>
        </a:p>
      </dgm:t>
    </dgm:pt>
    <dgm:pt modelId="{7E586BE0-CDE6-41BD-BD9B-36D18D75D430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Receptor</a:t>
          </a:r>
        </a:p>
      </dgm:t>
    </dgm:pt>
    <dgm:pt modelId="{64DA02F2-121D-481F-8B73-28E9B48E4391}" type="parTrans" cxnId="{D1C7E324-9E88-4561-AB91-6F57D73B3A29}">
      <dgm:prSet/>
      <dgm:spPr/>
      <dgm:t>
        <a:bodyPr/>
        <a:lstStyle/>
        <a:p>
          <a:endParaRPr lang="en-US"/>
        </a:p>
      </dgm:t>
    </dgm:pt>
    <dgm:pt modelId="{04BE60D0-9280-4D68-B79D-12BA8CC1A743}" type="sibTrans" cxnId="{D1C7E324-9E88-4561-AB91-6F57D73B3A29}">
      <dgm:prSet/>
      <dgm:spPr/>
      <dgm:t>
        <a:bodyPr/>
        <a:lstStyle/>
        <a:p>
          <a:endParaRPr lang="en-US"/>
        </a:p>
      </dgm:t>
    </dgm:pt>
    <dgm:pt modelId="{9B940B8E-2F82-4824-B5A6-D70EF7771C6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AR" sz="2400" noProof="0" dirty="0"/>
            <a:t>La superficie donde se proyecta la sombra (piso, paredes u otros objetos).​</a:t>
          </a:r>
        </a:p>
      </dgm:t>
    </dgm:pt>
    <dgm:pt modelId="{BC5A3506-8AE0-4CAA-80CF-AD8392137472}" type="parTrans" cxnId="{ED59904B-260D-442A-BFBB-6B129727AF68}">
      <dgm:prSet/>
      <dgm:spPr/>
      <dgm:t>
        <a:bodyPr/>
        <a:lstStyle/>
        <a:p>
          <a:endParaRPr lang="en-US"/>
        </a:p>
      </dgm:t>
    </dgm:pt>
    <dgm:pt modelId="{5B944030-10C5-451C-96B7-414C874456BD}" type="sibTrans" cxnId="{ED59904B-260D-442A-BFBB-6B129727AF68}">
      <dgm:prSet/>
      <dgm:spPr/>
      <dgm:t>
        <a:bodyPr/>
        <a:lstStyle/>
        <a:p>
          <a:endParaRPr lang="en-US"/>
        </a:p>
      </dgm:t>
    </dgm:pt>
    <dgm:pt modelId="{026A141C-EAB0-4E79-A5C6-E97DC1107338}" type="pres">
      <dgm:prSet presAssocID="{58B1C863-30E8-4B89-A655-E0192DB9792D}" presName="Name0" presStyleCnt="0">
        <dgm:presLayoutVars>
          <dgm:dir/>
          <dgm:resizeHandles val="exact"/>
        </dgm:presLayoutVars>
      </dgm:prSet>
      <dgm:spPr/>
    </dgm:pt>
    <dgm:pt modelId="{D42CE517-B505-4E35-8A55-295030C72415}" type="pres">
      <dgm:prSet presAssocID="{43309ADA-6208-4AA6-9947-E8CB641986F7}" presName="compNode" presStyleCnt="0"/>
      <dgm:spPr/>
    </dgm:pt>
    <dgm:pt modelId="{EF4D25C3-2E0C-4644-8242-A12A0CB1BE3C}" type="pres">
      <dgm:prSet presAssocID="{43309ADA-6208-4AA6-9947-E8CB641986F7}" presName="pictRect" presStyleLbl="revTx" presStyleIdx="0" presStyleCnt="6">
        <dgm:presLayoutVars>
          <dgm:chMax val="0"/>
          <dgm:bulletEnabled/>
        </dgm:presLayoutVars>
      </dgm:prSet>
      <dgm:spPr/>
    </dgm:pt>
    <dgm:pt modelId="{16DBB1B3-EE51-470A-953B-6F3C396FE798}" type="pres">
      <dgm:prSet presAssocID="{43309ADA-6208-4AA6-9947-E8CB641986F7}" presName="textRect" presStyleLbl="revTx" presStyleIdx="1" presStyleCnt="6">
        <dgm:presLayoutVars>
          <dgm:bulletEnabled/>
        </dgm:presLayoutVars>
      </dgm:prSet>
      <dgm:spPr/>
    </dgm:pt>
    <dgm:pt modelId="{62A42BCD-470C-459F-8AE3-D6CB82C1E828}" type="pres">
      <dgm:prSet presAssocID="{F6342A59-BA32-4E37-B859-A7111F2AAB5F}" presName="sibTrans" presStyleLbl="sibTrans2D1" presStyleIdx="0" presStyleCnt="0"/>
      <dgm:spPr/>
    </dgm:pt>
    <dgm:pt modelId="{47E93EE3-59E1-4EBD-B090-16FD26801DEB}" type="pres">
      <dgm:prSet presAssocID="{90B4196F-45A3-4543-87E6-96E07117C2DD}" presName="compNode" presStyleCnt="0"/>
      <dgm:spPr/>
    </dgm:pt>
    <dgm:pt modelId="{E838B3E6-4DCB-4230-AA94-B3508FB0EE29}" type="pres">
      <dgm:prSet presAssocID="{90B4196F-45A3-4543-87E6-96E07117C2DD}" presName="pictRect" presStyleLbl="revTx" presStyleIdx="2" presStyleCnt="6">
        <dgm:presLayoutVars>
          <dgm:chMax val="0"/>
          <dgm:bulletEnabled/>
        </dgm:presLayoutVars>
      </dgm:prSet>
      <dgm:spPr/>
    </dgm:pt>
    <dgm:pt modelId="{05AD38B4-BD73-44BD-845F-C62232E07283}" type="pres">
      <dgm:prSet presAssocID="{90B4196F-45A3-4543-87E6-96E07117C2DD}" presName="textRect" presStyleLbl="revTx" presStyleIdx="3" presStyleCnt="6">
        <dgm:presLayoutVars>
          <dgm:bulletEnabled/>
        </dgm:presLayoutVars>
      </dgm:prSet>
      <dgm:spPr/>
    </dgm:pt>
    <dgm:pt modelId="{28DE5EAA-3F36-4BE0-8B21-1EA1CD98C65C}" type="pres">
      <dgm:prSet presAssocID="{2A1B4615-58A1-45C7-BB3A-2F0B563DBB56}" presName="sibTrans" presStyleLbl="sibTrans2D1" presStyleIdx="0" presStyleCnt="0"/>
      <dgm:spPr/>
    </dgm:pt>
    <dgm:pt modelId="{36FC97EF-A806-4D8D-A292-23A213DB980F}" type="pres">
      <dgm:prSet presAssocID="{7E586BE0-CDE6-41BD-BD9B-36D18D75D430}" presName="compNode" presStyleCnt="0"/>
      <dgm:spPr/>
    </dgm:pt>
    <dgm:pt modelId="{B169E5E2-57DB-40CD-9AAA-F4E36451E77E}" type="pres">
      <dgm:prSet presAssocID="{7E586BE0-CDE6-41BD-BD9B-36D18D75D430}" presName="pictRect" presStyleLbl="revTx" presStyleIdx="4" presStyleCnt="6">
        <dgm:presLayoutVars>
          <dgm:chMax val="0"/>
          <dgm:bulletEnabled/>
        </dgm:presLayoutVars>
      </dgm:prSet>
      <dgm:spPr/>
    </dgm:pt>
    <dgm:pt modelId="{74BBE83D-E925-41C3-8904-6CD4D770CC81}" type="pres">
      <dgm:prSet presAssocID="{7E586BE0-CDE6-41BD-BD9B-36D18D75D430}" presName="textRect" presStyleLbl="revTx" presStyleIdx="5" presStyleCnt="6">
        <dgm:presLayoutVars>
          <dgm:bulletEnabled/>
        </dgm:presLayoutVars>
      </dgm:prSet>
      <dgm:spPr/>
    </dgm:pt>
  </dgm:ptLst>
  <dgm:cxnLst>
    <dgm:cxn modelId="{948D2317-43EC-49B3-82F3-DB44A1B84AFC}" srcId="{58B1C863-30E8-4B89-A655-E0192DB9792D}" destId="{43309ADA-6208-4AA6-9947-E8CB641986F7}" srcOrd="0" destOrd="0" parTransId="{9EE7BB1B-5DB1-41C2-AE77-B21D60339737}" sibTransId="{F6342A59-BA32-4E37-B859-A7111F2AAB5F}"/>
    <dgm:cxn modelId="{D6984617-FD64-4A52-9F22-B3047C56B3F0}" srcId="{43309ADA-6208-4AA6-9947-E8CB641986F7}" destId="{3DB8AF84-02BE-4FD8-B1D0-3A76FFF6E974}" srcOrd="0" destOrd="0" parTransId="{3339B761-A54F-464C-89B4-9E73DB5F2B5D}" sibTransId="{528F30B4-0985-42BA-9E48-07A37035CE04}"/>
    <dgm:cxn modelId="{8F18F21C-4E69-4D8E-B686-1BD1B42A7765}" type="presOf" srcId="{C56B82D4-ECF4-42CE-924E-29FA07E29210}" destId="{05AD38B4-BD73-44BD-845F-C62232E07283}" srcOrd="0" destOrd="0" presId="urn:microsoft.com/office/officeart/2024/3/layout/hArchList1"/>
    <dgm:cxn modelId="{D1C7E324-9E88-4561-AB91-6F57D73B3A29}" srcId="{58B1C863-30E8-4B89-A655-E0192DB9792D}" destId="{7E586BE0-CDE6-41BD-BD9B-36D18D75D430}" srcOrd="2" destOrd="0" parTransId="{64DA02F2-121D-481F-8B73-28E9B48E4391}" sibTransId="{04BE60D0-9280-4D68-B79D-12BA8CC1A743}"/>
    <dgm:cxn modelId="{1756542B-AA13-4E52-BD8E-6B88AF07E244}" type="presOf" srcId="{F6342A59-BA32-4E37-B859-A7111F2AAB5F}" destId="{62A42BCD-470C-459F-8AE3-D6CB82C1E828}" srcOrd="0" destOrd="0" presId="urn:microsoft.com/office/officeart/2024/3/layout/hArchList1"/>
    <dgm:cxn modelId="{03F81160-314E-4663-B43F-96C5743A633E}" type="presOf" srcId="{3DB8AF84-02BE-4FD8-B1D0-3A76FFF6E974}" destId="{16DBB1B3-EE51-470A-953B-6F3C396FE798}" srcOrd="0" destOrd="0" presId="urn:microsoft.com/office/officeart/2024/3/layout/hArchList1"/>
    <dgm:cxn modelId="{ED59904B-260D-442A-BFBB-6B129727AF68}" srcId="{7E586BE0-CDE6-41BD-BD9B-36D18D75D430}" destId="{9B940B8E-2F82-4824-B5A6-D70EF7771C61}" srcOrd="0" destOrd="0" parTransId="{BC5A3506-8AE0-4CAA-80CF-AD8392137472}" sibTransId="{5B944030-10C5-451C-96B7-414C874456BD}"/>
    <dgm:cxn modelId="{C1AEAF82-1D07-4F27-95A9-432078526039}" srcId="{58B1C863-30E8-4B89-A655-E0192DB9792D}" destId="{90B4196F-45A3-4543-87E6-96E07117C2DD}" srcOrd="1" destOrd="0" parTransId="{BDD4EE94-9C56-4E6A-AAAD-35982364D0BD}" sibTransId="{2A1B4615-58A1-45C7-BB3A-2F0B563DBB56}"/>
    <dgm:cxn modelId="{5832789B-0337-497E-AA61-5D2C3C036DF8}" type="presOf" srcId="{9B940B8E-2F82-4824-B5A6-D70EF7771C61}" destId="{74BBE83D-E925-41C3-8904-6CD4D770CC81}" srcOrd="0" destOrd="0" presId="urn:microsoft.com/office/officeart/2024/3/layout/hArchList1"/>
    <dgm:cxn modelId="{CA21C09C-73F7-4381-BF56-16F4462A64FB}" type="presOf" srcId="{7E586BE0-CDE6-41BD-BD9B-36D18D75D430}" destId="{B169E5E2-57DB-40CD-9AAA-F4E36451E77E}" srcOrd="0" destOrd="0" presId="urn:microsoft.com/office/officeart/2024/3/layout/hArchList1"/>
    <dgm:cxn modelId="{209F13A3-CF29-4B94-873C-41C04E927F34}" type="presOf" srcId="{43309ADA-6208-4AA6-9947-E8CB641986F7}" destId="{EF4D25C3-2E0C-4644-8242-A12A0CB1BE3C}" srcOrd="0" destOrd="0" presId="urn:microsoft.com/office/officeart/2024/3/layout/hArchList1"/>
    <dgm:cxn modelId="{C1A7CFC4-776B-4C8E-8685-001A1069C038}" type="presOf" srcId="{90B4196F-45A3-4543-87E6-96E07117C2DD}" destId="{E838B3E6-4DCB-4230-AA94-B3508FB0EE29}" srcOrd="0" destOrd="0" presId="urn:microsoft.com/office/officeart/2024/3/layout/hArchList1"/>
    <dgm:cxn modelId="{C45785D0-B75B-4498-99EB-D33A0A362432}" type="presOf" srcId="{58B1C863-30E8-4B89-A655-E0192DB9792D}" destId="{026A141C-EAB0-4E79-A5C6-E97DC1107338}" srcOrd="0" destOrd="0" presId="urn:microsoft.com/office/officeart/2024/3/layout/hArchList1"/>
    <dgm:cxn modelId="{00F8AAE5-747B-4710-A673-17DAE69422C5}" type="presOf" srcId="{2A1B4615-58A1-45C7-BB3A-2F0B563DBB56}" destId="{28DE5EAA-3F36-4BE0-8B21-1EA1CD98C65C}" srcOrd="0" destOrd="0" presId="urn:microsoft.com/office/officeart/2024/3/layout/hArchList1"/>
    <dgm:cxn modelId="{4A64B1FB-D9F4-4A26-990A-1A129D59DC5F}" srcId="{90B4196F-45A3-4543-87E6-96E07117C2DD}" destId="{C56B82D4-ECF4-42CE-924E-29FA07E29210}" srcOrd="0" destOrd="0" parTransId="{EAF1A8F4-AD99-49C6-A609-434DC8BF0661}" sibTransId="{CF4C10B6-A97E-4EFD-9613-0C46B8532A82}"/>
    <dgm:cxn modelId="{A3C4A168-69D7-4868-BD3A-08F42358B1CB}" type="presParOf" srcId="{026A141C-EAB0-4E79-A5C6-E97DC1107338}" destId="{D42CE517-B505-4E35-8A55-295030C72415}" srcOrd="0" destOrd="0" presId="urn:microsoft.com/office/officeart/2024/3/layout/hArchList1"/>
    <dgm:cxn modelId="{0E0DD6D8-ED1C-45F6-8F1F-524626EC98E1}" type="presParOf" srcId="{D42CE517-B505-4E35-8A55-295030C72415}" destId="{EF4D25C3-2E0C-4644-8242-A12A0CB1BE3C}" srcOrd="0" destOrd="0" presId="urn:microsoft.com/office/officeart/2024/3/layout/hArchList1"/>
    <dgm:cxn modelId="{8CCD30C6-F3CC-49A4-91B7-66F4222DA3CB}" type="presParOf" srcId="{D42CE517-B505-4E35-8A55-295030C72415}" destId="{16DBB1B3-EE51-470A-953B-6F3C396FE798}" srcOrd="1" destOrd="0" presId="urn:microsoft.com/office/officeart/2024/3/layout/hArchList1"/>
    <dgm:cxn modelId="{DFE98FFE-3727-428F-91D3-D2DFE73E5EC4}" type="presParOf" srcId="{026A141C-EAB0-4E79-A5C6-E97DC1107338}" destId="{62A42BCD-470C-459F-8AE3-D6CB82C1E828}" srcOrd="1" destOrd="0" presId="urn:microsoft.com/office/officeart/2024/3/layout/hArchList1"/>
    <dgm:cxn modelId="{2BFFF80A-89EA-4D7B-B309-775787400301}" type="presParOf" srcId="{026A141C-EAB0-4E79-A5C6-E97DC1107338}" destId="{47E93EE3-59E1-4EBD-B090-16FD26801DEB}" srcOrd="2" destOrd="0" presId="urn:microsoft.com/office/officeart/2024/3/layout/hArchList1"/>
    <dgm:cxn modelId="{7958F0A1-FF8A-4290-93C4-61F1C2FF6D41}" type="presParOf" srcId="{47E93EE3-59E1-4EBD-B090-16FD26801DEB}" destId="{E838B3E6-4DCB-4230-AA94-B3508FB0EE29}" srcOrd="0" destOrd="0" presId="urn:microsoft.com/office/officeart/2024/3/layout/hArchList1"/>
    <dgm:cxn modelId="{C6F40062-E71E-45A8-8E00-844F8358EC79}" type="presParOf" srcId="{47E93EE3-59E1-4EBD-B090-16FD26801DEB}" destId="{05AD38B4-BD73-44BD-845F-C62232E07283}" srcOrd="1" destOrd="0" presId="urn:microsoft.com/office/officeart/2024/3/layout/hArchList1"/>
    <dgm:cxn modelId="{E5ECFD2F-74AD-4B3B-8B66-A4BD11659838}" type="presParOf" srcId="{026A141C-EAB0-4E79-A5C6-E97DC1107338}" destId="{28DE5EAA-3F36-4BE0-8B21-1EA1CD98C65C}" srcOrd="3" destOrd="0" presId="urn:microsoft.com/office/officeart/2024/3/layout/hArchList1"/>
    <dgm:cxn modelId="{D855AE61-033F-4CE4-93ED-52ECBFEB5B2F}" type="presParOf" srcId="{026A141C-EAB0-4E79-A5C6-E97DC1107338}" destId="{36FC97EF-A806-4D8D-A292-23A213DB980F}" srcOrd="4" destOrd="0" presId="urn:microsoft.com/office/officeart/2024/3/layout/hArchList1"/>
    <dgm:cxn modelId="{4FEC3F05-40D9-4E0B-AF9E-88D2A5FD35F7}" type="presParOf" srcId="{36FC97EF-A806-4D8D-A292-23A213DB980F}" destId="{B169E5E2-57DB-40CD-9AAA-F4E36451E77E}" srcOrd="0" destOrd="0" presId="urn:microsoft.com/office/officeart/2024/3/layout/hArchList1"/>
    <dgm:cxn modelId="{BEBCE9A0-9E8D-4D64-B2B0-278C34334EDA}" type="presParOf" srcId="{36FC97EF-A806-4D8D-A292-23A213DB980F}" destId="{74BBE83D-E925-41C3-8904-6CD4D770CC81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B1C863-30E8-4B89-A655-E0192DB9792D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309ADA-6208-4AA6-9947-E8CB641986F7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Sólo receptores planos</a:t>
          </a:r>
        </a:p>
      </dgm:t>
    </dgm:pt>
    <dgm:pt modelId="{9EE7BB1B-5DB1-41C2-AE77-B21D60339737}" type="parTrans" cxnId="{948D2317-43EC-49B3-82F3-DB44A1B84AFC}">
      <dgm:prSet/>
      <dgm:spPr/>
      <dgm:t>
        <a:bodyPr/>
        <a:lstStyle/>
        <a:p>
          <a:endParaRPr lang="en-US"/>
        </a:p>
      </dgm:t>
    </dgm:pt>
    <dgm:pt modelId="{F6342A59-BA32-4E37-B859-A7111F2AAB5F}" type="sibTrans" cxnId="{948D2317-43EC-49B3-82F3-DB44A1B84AF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0B4196F-45A3-4543-87E6-96E07117C2DD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Sin </a:t>
          </a:r>
          <a:r>
            <a:rPr lang="es-AR" sz="2800" noProof="0" dirty="0" err="1"/>
            <a:t>auto-sombreado</a:t>
          </a:r>
          <a:endParaRPr lang="es-AR" sz="2800" noProof="0" dirty="0"/>
        </a:p>
      </dgm:t>
    </dgm:pt>
    <dgm:pt modelId="{BDD4EE94-9C56-4E6A-AAAD-35982364D0BD}" type="parTrans" cxnId="{C1AEAF82-1D07-4F27-95A9-432078526039}">
      <dgm:prSet/>
      <dgm:spPr/>
      <dgm:t>
        <a:bodyPr/>
        <a:lstStyle/>
        <a:p>
          <a:endParaRPr lang="en-US"/>
        </a:p>
      </dgm:t>
    </dgm:pt>
    <dgm:pt modelId="{2A1B4615-58A1-45C7-BB3A-2F0B563DBB56}" type="sibTrans" cxnId="{C1AEAF82-1D07-4F27-95A9-43207852603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E586BE0-CDE6-41BD-BD9B-36D18D75D430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AR" sz="2800" noProof="0" dirty="0"/>
            <a:t>Z-</a:t>
          </a:r>
          <a:r>
            <a:rPr lang="es-AR" sz="2800" noProof="0" dirty="0" err="1"/>
            <a:t>Fighting</a:t>
          </a:r>
          <a:endParaRPr lang="es-AR" sz="2800" noProof="0" dirty="0"/>
        </a:p>
      </dgm:t>
    </dgm:pt>
    <dgm:pt modelId="{64DA02F2-121D-481F-8B73-28E9B48E4391}" type="parTrans" cxnId="{D1C7E324-9E88-4561-AB91-6F57D73B3A29}">
      <dgm:prSet/>
      <dgm:spPr/>
      <dgm:t>
        <a:bodyPr/>
        <a:lstStyle/>
        <a:p>
          <a:endParaRPr lang="en-US"/>
        </a:p>
      </dgm:t>
    </dgm:pt>
    <dgm:pt modelId="{04BE60D0-9280-4D68-B79D-12BA8CC1A743}" type="sibTrans" cxnId="{D1C7E324-9E88-4561-AB91-6F57D73B3A29}">
      <dgm:prSet/>
      <dgm:spPr/>
      <dgm:t>
        <a:bodyPr/>
        <a:lstStyle/>
        <a:p>
          <a:endParaRPr lang="en-US"/>
        </a:p>
      </dgm:t>
    </dgm:pt>
    <dgm:pt modelId="{9B940B8E-2F82-4824-B5A6-D70EF7771C6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AR" sz="2400" noProof="0" dirty="0"/>
            <a:t>Si el plano de la sombra coincide exactamente con el suelo, se producen </a:t>
          </a:r>
          <a:r>
            <a:rPr lang="es-AR" sz="2400" noProof="0" dirty="0" err="1"/>
            <a:t>artifacts</a:t>
          </a:r>
          <a:r>
            <a:rPr lang="es-AR" sz="2400" noProof="0" dirty="0"/>
            <a:t> visuales de parpadeo.</a:t>
          </a:r>
        </a:p>
      </dgm:t>
    </dgm:pt>
    <dgm:pt modelId="{BC5A3506-8AE0-4CAA-80CF-AD8392137472}" type="parTrans" cxnId="{ED59904B-260D-442A-BFBB-6B129727AF68}">
      <dgm:prSet/>
      <dgm:spPr/>
      <dgm:t>
        <a:bodyPr/>
        <a:lstStyle/>
        <a:p>
          <a:endParaRPr lang="en-US"/>
        </a:p>
      </dgm:t>
    </dgm:pt>
    <dgm:pt modelId="{5B944030-10C5-451C-96B7-414C874456BD}" type="sibTrans" cxnId="{ED59904B-260D-442A-BFBB-6B129727AF68}">
      <dgm:prSet/>
      <dgm:spPr/>
      <dgm:t>
        <a:bodyPr/>
        <a:lstStyle/>
        <a:p>
          <a:endParaRPr lang="en-US"/>
        </a:p>
      </dgm:t>
    </dgm:pt>
    <dgm:pt modelId="{5059C2CE-9EC1-4947-8984-A32EA77A65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AR" sz="2400" noProof="0" dirty="0"/>
            <a:t>No pueden proyectarse sobre escaleras, terrenos curvos o paredes irregulares.</a:t>
          </a:r>
        </a:p>
      </dgm:t>
    </dgm:pt>
    <dgm:pt modelId="{DA1E16CE-981F-4A16-BFC3-AEEC6CF89CF5}" type="parTrans" cxnId="{B7BB22B0-2A1E-4BDC-A530-3422F4CBB5F0}">
      <dgm:prSet/>
      <dgm:spPr/>
      <dgm:t>
        <a:bodyPr/>
        <a:lstStyle/>
        <a:p>
          <a:endParaRPr lang="es-AR"/>
        </a:p>
      </dgm:t>
    </dgm:pt>
    <dgm:pt modelId="{90BF45DA-91FC-41CF-A47F-E90CD8DC23DE}" type="sibTrans" cxnId="{B7BB22B0-2A1E-4BDC-A530-3422F4CBB5F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s-AR"/>
        </a:p>
      </dgm:t>
    </dgm:pt>
    <dgm:pt modelId="{9B573A91-32BE-48CE-8DEB-9E898C6E7F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AR" sz="2400" noProof="0" dirty="0"/>
            <a:t>El objeto no puede proyectar sombra sobre sí mismo, lo que reduce el realismo.</a:t>
          </a:r>
        </a:p>
      </dgm:t>
    </dgm:pt>
    <dgm:pt modelId="{3D29B24C-B905-4B47-9D09-E7E18FDCF4E3}" type="parTrans" cxnId="{82F49122-EA12-4DB5-A6E3-3DC74868841B}">
      <dgm:prSet/>
      <dgm:spPr/>
      <dgm:t>
        <a:bodyPr/>
        <a:lstStyle/>
        <a:p>
          <a:endParaRPr lang="es-AR"/>
        </a:p>
      </dgm:t>
    </dgm:pt>
    <dgm:pt modelId="{D0740722-9AAB-4902-A457-8C43969D3783}" type="sibTrans" cxnId="{82F49122-EA12-4DB5-A6E3-3DC74868841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s-AR"/>
        </a:p>
      </dgm:t>
    </dgm:pt>
    <dgm:pt modelId="{026A141C-EAB0-4E79-A5C6-E97DC1107338}" type="pres">
      <dgm:prSet presAssocID="{58B1C863-30E8-4B89-A655-E0192DB9792D}" presName="Name0" presStyleCnt="0">
        <dgm:presLayoutVars>
          <dgm:dir/>
          <dgm:resizeHandles val="exact"/>
        </dgm:presLayoutVars>
      </dgm:prSet>
      <dgm:spPr/>
    </dgm:pt>
    <dgm:pt modelId="{D42CE517-B505-4E35-8A55-295030C72415}" type="pres">
      <dgm:prSet presAssocID="{43309ADA-6208-4AA6-9947-E8CB641986F7}" presName="compNode" presStyleCnt="0"/>
      <dgm:spPr/>
    </dgm:pt>
    <dgm:pt modelId="{EF4D25C3-2E0C-4644-8242-A12A0CB1BE3C}" type="pres">
      <dgm:prSet presAssocID="{43309ADA-6208-4AA6-9947-E8CB641986F7}" presName="pictRect" presStyleLbl="revTx" presStyleIdx="0" presStyleCnt="6">
        <dgm:presLayoutVars>
          <dgm:chMax val="0"/>
          <dgm:bulletEnabled/>
        </dgm:presLayoutVars>
      </dgm:prSet>
      <dgm:spPr/>
    </dgm:pt>
    <dgm:pt modelId="{16DBB1B3-EE51-470A-953B-6F3C396FE798}" type="pres">
      <dgm:prSet presAssocID="{43309ADA-6208-4AA6-9947-E8CB641986F7}" presName="textRect" presStyleLbl="revTx" presStyleIdx="1" presStyleCnt="6">
        <dgm:presLayoutVars>
          <dgm:bulletEnabled/>
        </dgm:presLayoutVars>
      </dgm:prSet>
      <dgm:spPr/>
    </dgm:pt>
    <dgm:pt modelId="{62A42BCD-470C-459F-8AE3-D6CB82C1E828}" type="pres">
      <dgm:prSet presAssocID="{F6342A59-BA32-4E37-B859-A7111F2AAB5F}" presName="sibTrans" presStyleLbl="sibTrans2D1" presStyleIdx="0" presStyleCnt="0"/>
      <dgm:spPr/>
    </dgm:pt>
    <dgm:pt modelId="{47E93EE3-59E1-4EBD-B090-16FD26801DEB}" type="pres">
      <dgm:prSet presAssocID="{90B4196F-45A3-4543-87E6-96E07117C2DD}" presName="compNode" presStyleCnt="0"/>
      <dgm:spPr/>
    </dgm:pt>
    <dgm:pt modelId="{E838B3E6-4DCB-4230-AA94-B3508FB0EE29}" type="pres">
      <dgm:prSet presAssocID="{90B4196F-45A3-4543-87E6-96E07117C2DD}" presName="pictRect" presStyleLbl="revTx" presStyleIdx="2" presStyleCnt="6">
        <dgm:presLayoutVars>
          <dgm:chMax val="0"/>
          <dgm:bulletEnabled/>
        </dgm:presLayoutVars>
      </dgm:prSet>
      <dgm:spPr/>
    </dgm:pt>
    <dgm:pt modelId="{05AD38B4-BD73-44BD-845F-C62232E07283}" type="pres">
      <dgm:prSet presAssocID="{90B4196F-45A3-4543-87E6-96E07117C2DD}" presName="textRect" presStyleLbl="revTx" presStyleIdx="3" presStyleCnt="6">
        <dgm:presLayoutVars>
          <dgm:bulletEnabled/>
        </dgm:presLayoutVars>
      </dgm:prSet>
      <dgm:spPr/>
    </dgm:pt>
    <dgm:pt modelId="{28DE5EAA-3F36-4BE0-8B21-1EA1CD98C65C}" type="pres">
      <dgm:prSet presAssocID="{2A1B4615-58A1-45C7-BB3A-2F0B563DBB56}" presName="sibTrans" presStyleLbl="sibTrans2D1" presStyleIdx="0" presStyleCnt="0"/>
      <dgm:spPr/>
    </dgm:pt>
    <dgm:pt modelId="{36FC97EF-A806-4D8D-A292-23A213DB980F}" type="pres">
      <dgm:prSet presAssocID="{7E586BE0-CDE6-41BD-BD9B-36D18D75D430}" presName="compNode" presStyleCnt="0"/>
      <dgm:spPr/>
    </dgm:pt>
    <dgm:pt modelId="{B169E5E2-57DB-40CD-9AAA-F4E36451E77E}" type="pres">
      <dgm:prSet presAssocID="{7E586BE0-CDE6-41BD-BD9B-36D18D75D430}" presName="pictRect" presStyleLbl="revTx" presStyleIdx="4" presStyleCnt="6">
        <dgm:presLayoutVars>
          <dgm:chMax val="0"/>
          <dgm:bulletEnabled/>
        </dgm:presLayoutVars>
      </dgm:prSet>
      <dgm:spPr/>
    </dgm:pt>
    <dgm:pt modelId="{74BBE83D-E925-41C3-8904-6CD4D770CC81}" type="pres">
      <dgm:prSet presAssocID="{7E586BE0-CDE6-41BD-BD9B-36D18D75D430}" presName="textRect" presStyleLbl="revTx" presStyleIdx="5" presStyleCnt="6">
        <dgm:presLayoutVars>
          <dgm:bulletEnabled/>
        </dgm:presLayoutVars>
      </dgm:prSet>
      <dgm:spPr/>
    </dgm:pt>
  </dgm:ptLst>
  <dgm:cxnLst>
    <dgm:cxn modelId="{F2C4D709-D7DC-4290-9FF7-92F0D5E6EF1E}" type="presOf" srcId="{9B940B8E-2F82-4824-B5A6-D70EF7771C61}" destId="{74BBE83D-E925-41C3-8904-6CD4D770CC81}" srcOrd="0" destOrd="0" presId="urn:microsoft.com/office/officeart/2024/3/layout/hArchList1"/>
    <dgm:cxn modelId="{948D2317-43EC-49B3-82F3-DB44A1B84AFC}" srcId="{58B1C863-30E8-4B89-A655-E0192DB9792D}" destId="{43309ADA-6208-4AA6-9947-E8CB641986F7}" srcOrd="0" destOrd="0" parTransId="{9EE7BB1B-5DB1-41C2-AE77-B21D60339737}" sibTransId="{F6342A59-BA32-4E37-B859-A7111F2AAB5F}"/>
    <dgm:cxn modelId="{525A501C-6A09-400A-ADEF-4F1268672CD6}" type="presOf" srcId="{90B4196F-45A3-4543-87E6-96E07117C2DD}" destId="{E838B3E6-4DCB-4230-AA94-B3508FB0EE29}" srcOrd="0" destOrd="0" presId="urn:microsoft.com/office/officeart/2024/3/layout/hArchList1"/>
    <dgm:cxn modelId="{82F49122-EA12-4DB5-A6E3-3DC74868841B}" srcId="{90B4196F-45A3-4543-87E6-96E07117C2DD}" destId="{9B573A91-32BE-48CE-8DEB-9E898C6E7FAC}" srcOrd="0" destOrd="0" parTransId="{3D29B24C-B905-4B47-9D09-E7E18FDCF4E3}" sibTransId="{D0740722-9AAB-4902-A457-8C43969D3783}"/>
    <dgm:cxn modelId="{D1C7E324-9E88-4561-AB91-6F57D73B3A29}" srcId="{58B1C863-30E8-4B89-A655-E0192DB9792D}" destId="{7E586BE0-CDE6-41BD-BD9B-36D18D75D430}" srcOrd="2" destOrd="0" parTransId="{64DA02F2-121D-481F-8B73-28E9B48E4391}" sibTransId="{04BE60D0-9280-4D68-B79D-12BA8CC1A743}"/>
    <dgm:cxn modelId="{692DA42A-187B-4148-88F4-83524DB65C94}" type="presOf" srcId="{43309ADA-6208-4AA6-9947-E8CB641986F7}" destId="{EF4D25C3-2E0C-4644-8242-A12A0CB1BE3C}" srcOrd="0" destOrd="0" presId="urn:microsoft.com/office/officeart/2024/3/layout/hArchList1"/>
    <dgm:cxn modelId="{DA24E42B-5472-424C-9824-82EC0E8E23D0}" type="presOf" srcId="{2A1B4615-58A1-45C7-BB3A-2F0B563DBB56}" destId="{28DE5EAA-3F36-4BE0-8B21-1EA1CD98C65C}" srcOrd="0" destOrd="0" presId="urn:microsoft.com/office/officeart/2024/3/layout/hArchList1"/>
    <dgm:cxn modelId="{ED59904B-260D-442A-BFBB-6B129727AF68}" srcId="{7E586BE0-CDE6-41BD-BD9B-36D18D75D430}" destId="{9B940B8E-2F82-4824-B5A6-D70EF7771C61}" srcOrd="0" destOrd="0" parTransId="{BC5A3506-8AE0-4CAA-80CF-AD8392137472}" sibTransId="{5B944030-10C5-451C-96B7-414C874456BD}"/>
    <dgm:cxn modelId="{D9545178-4217-4F62-8403-D4626F58B968}" type="presOf" srcId="{7E586BE0-CDE6-41BD-BD9B-36D18D75D430}" destId="{B169E5E2-57DB-40CD-9AAA-F4E36451E77E}" srcOrd="0" destOrd="0" presId="urn:microsoft.com/office/officeart/2024/3/layout/hArchList1"/>
    <dgm:cxn modelId="{46807758-DFB5-4891-8548-084CF25A8D50}" type="presOf" srcId="{F6342A59-BA32-4E37-B859-A7111F2AAB5F}" destId="{62A42BCD-470C-459F-8AE3-D6CB82C1E828}" srcOrd="0" destOrd="0" presId="urn:microsoft.com/office/officeart/2024/3/layout/hArchList1"/>
    <dgm:cxn modelId="{C1AEAF82-1D07-4F27-95A9-432078526039}" srcId="{58B1C863-30E8-4B89-A655-E0192DB9792D}" destId="{90B4196F-45A3-4543-87E6-96E07117C2DD}" srcOrd="1" destOrd="0" parTransId="{BDD4EE94-9C56-4E6A-AAAD-35982364D0BD}" sibTransId="{2A1B4615-58A1-45C7-BB3A-2F0B563DBB56}"/>
    <dgm:cxn modelId="{9D885EA3-99F3-43D0-B1E5-538F65913CA7}" type="presOf" srcId="{5059C2CE-9EC1-4947-8984-A32EA77A654D}" destId="{16DBB1B3-EE51-470A-953B-6F3C396FE798}" srcOrd="0" destOrd="0" presId="urn:microsoft.com/office/officeart/2024/3/layout/hArchList1"/>
    <dgm:cxn modelId="{B7BB22B0-2A1E-4BDC-A530-3422F4CBB5F0}" srcId="{43309ADA-6208-4AA6-9947-E8CB641986F7}" destId="{5059C2CE-9EC1-4947-8984-A32EA77A654D}" srcOrd="0" destOrd="0" parTransId="{DA1E16CE-981F-4A16-BFC3-AEEC6CF89CF5}" sibTransId="{90BF45DA-91FC-41CF-A47F-E90CD8DC23DE}"/>
    <dgm:cxn modelId="{BBB168C9-CFC1-41A3-9253-E3400D28FC89}" type="presOf" srcId="{9B573A91-32BE-48CE-8DEB-9E898C6E7FAC}" destId="{05AD38B4-BD73-44BD-845F-C62232E07283}" srcOrd="0" destOrd="0" presId="urn:microsoft.com/office/officeart/2024/3/layout/hArchList1"/>
    <dgm:cxn modelId="{C45785D0-B75B-4498-99EB-D33A0A362432}" type="presOf" srcId="{58B1C863-30E8-4B89-A655-E0192DB9792D}" destId="{026A141C-EAB0-4E79-A5C6-E97DC1107338}" srcOrd="0" destOrd="0" presId="urn:microsoft.com/office/officeart/2024/3/layout/hArchList1"/>
    <dgm:cxn modelId="{7384044A-43A8-4050-B55D-59BEFD0CC6D4}" type="presParOf" srcId="{026A141C-EAB0-4E79-A5C6-E97DC1107338}" destId="{D42CE517-B505-4E35-8A55-295030C72415}" srcOrd="0" destOrd="0" presId="urn:microsoft.com/office/officeart/2024/3/layout/hArchList1"/>
    <dgm:cxn modelId="{B6C39FCB-17D5-448D-8162-A968B56B1A80}" type="presParOf" srcId="{D42CE517-B505-4E35-8A55-295030C72415}" destId="{EF4D25C3-2E0C-4644-8242-A12A0CB1BE3C}" srcOrd="0" destOrd="0" presId="urn:microsoft.com/office/officeart/2024/3/layout/hArchList1"/>
    <dgm:cxn modelId="{F446E4EB-3E11-462A-B56B-F272C0E5290E}" type="presParOf" srcId="{D42CE517-B505-4E35-8A55-295030C72415}" destId="{16DBB1B3-EE51-470A-953B-6F3C396FE798}" srcOrd="1" destOrd="0" presId="urn:microsoft.com/office/officeart/2024/3/layout/hArchList1"/>
    <dgm:cxn modelId="{58F7609D-3033-420B-8C68-8DC480920BC7}" type="presParOf" srcId="{026A141C-EAB0-4E79-A5C6-E97DC1107338}" destId="{62A42BCD-470C-459F-8AE3-D6CB82C1E828}" srcOrd="1" destOrd="0" presId="urn:microsoft.com/office/officeart/2024/3/layout/hArchList1"/>
    <dgm:cxn modelId="{FF3DD5BD-70D2-4919-BE4C-5C1CB4E5CAA8}" type="presParOf" srcId="{026A141C-EAB0-4E79-A5C6-E97DC1107338}" destId="{47E93EE3-59E1-4EBD-B090-16FD26801DEB}" srcOrd="2" destOrd="0" presId="urn:microsoft.com/office/officeart/2024/3/layout/hArchList1"/>
    <dgm:cxn modelId="{D3BDE9AB-3BD1-40B8-B001-328F2491EE45}" type="presParOf" srcId="{47E93EE3-59E1-4EBD-B090-16FD26801DEB}" destId="{E838B3E6-4DCB-4230-AA94-B3508FB0EE29}" srcOrd="0" destOrd="0" presId="urn:microsoft.com/office/officeart/2024/3/layout/hArchList1"/>
    <dgm:cxn modelId="{DF83980A-1DF2-428B-9E24-A429B1DE2A68}" type="presParOf" srcId="{47E93EE3-59E1-4EBD-B090-16FD26801DEB}" destId="{05AD38B4-BD73-44BD-845F-C62232E07283}" srcOrd="1" destOrd="0" presId="urn:microsoft.com/office/officeart/2024/3/layout/hArchList1"/>
    <dgm:cxn modelId="{A667D813-7AB9-4B55-888A-8D5E4000D653}" type="presParOf" srcId="{026A141C-EAB0-4E79-A5C6-E97DC1107338}" destId="{28DE5EAA-3F36-4BE0-8B21-1EA1CD98C65C}" srcOrd="3" destOrd="0" presId="urn:microsoft.com/office/officeart/2024/3/layout/hArchList1"/>
    <dgm:cxn modelId="{AE5D68FE-ABAA-4D7A-9DD8-04DB7FB4C75C}" type="presParOf" srcId="{026A141C-EAB0-4E79-A5C6-E97DC1107338}" destId="{36FC97EF-A806-4D8D-A292-23A213DB980F}" srcOrd="4" destOrd="0" presId="urn:microsoft.com/office/officeart/2024/3/layout/hArchList1"/>
    <dgm:cxn modelId="{A1907E22-4110-4F7D-84FE-BE193468CF98}" type="presParOf" srcId="{36FC97EF-A806-4D8D-A292-23A213DB980F}" destId="{B169E5E2-57DB-40CD-9AAA-F4E36451E77E}" srcOrd="0" destOrd="0" presId="urn:microsoft.com/office/officeart/2024/3/layout/hArchList1"/>
    <dgm:cxn modelId="{3F5B5781-7B9D-4E30-A9C1-79BD80C08155}" type="presParOf" srcId="{36FC97EF-A806-4D8D-A292-23A213DB980F}" destId="{74BBE83D-E925-41C3-8904-6CD4D770CC81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4D25C3-2E0C-4644-8242-A12A0CB1BE3C}">
      <dsp:nvSpPr>
        <dsp:cNvPr id="0" name=""/>
        <dsp:cNvSpPr/>
      </dsp:nvSpPr>
      <dsp:spPr>
        <a:xfrm>
          <a:off x="0" y="0"/>
          <a:ext cx="3235550" cy="51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Emisor</a:t>
          </a:r>
        </a:p>
      </dsp:txBody>
      <dsp:txXfrm>
        <a:off x="0" y="0"/>
        <a:ext cx="3235550" cy="513670"/>
      </dsp:txXfrm>
    </dsp:sp>
    <dsp:sp modelId="{16DBB1B3-EE51-470A-953B-6F3C396FE798}">
      <dsp:nvSpPr>
        <dsp:cNvPr id="0" name=""/>
        <dsp:cNvSpPr/>
      </dsp:nvSpPr>
      <dsp:spPr>
        <a:xfrm>
          <a:off x="0" y="513670"/>
          <a:ext cx="3235550" cy="191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La fuente de luz. Define la dirección y el tipo de rayos (puntuales o paralelos).</a:t>
          </a:r>
        </a:p>
      </dsp:txBody>
      <dsp:txXfrm>
        <a:off x="0" y="513670"/>
        <a:ext cx="3235550" cy="1916889"/>
      </dsp:txXfrm>
    </dsp:sp>
    <dsp:sp modelId="{E838B3E6-4DCB-4230-AA94-B3508FB0EE29}">
      <dsp:nvSpPr>
        <dsp:cNvPr id="0" name=""/>
        <dsp:cNvSpPr/>
      </dsp:nvSpPr>
      <dsp:spPr>
        <a:xfrm>
          <a:off x="3559105" y="0"/>
          <a:ext cx="3235550" cy="51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Oclusor</a:t>
          </a:r>
        </a:p>
      </dsp:txBody>
      <dsp:txXfrm>
        <a:off x="3559105" y="0"/>
        <a:ext cx="3235550" cy="513670"/>
      </dsp:txXfrm>
    </dsp:sp>
    <dsp:sp modelId="{05AD38B4-BD73-44BD-845F-C62232E07283}">
      <dsp:nvSpPr>
        <dsp:cNvPr id="0" name=""/>
        <dsp:cNvSpPr/>
      </dsp:nvSpPr>
      <dsp:spPr>
        <a:xfrm>
          <a:off x="3559105" y="513670"/>
          <a:ext cx="3235550" cy="191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El objeto que intercepta los rayos de luz antes de que lleguen al receptor.​</a:t>
          </a:r>
        </a:p>
      </dsp:txBody>
      <dsp:txXfrm>
        <a:off x="3559105" y="513670"/>
        <a:ext cx="3235550" cy="1916889"/>
      </dsp:txXfrm>
    </dsp:sp>
    <dsp:sp modelId="{B169E5E2-57DB-40CD-9AAA-F4E36451E77E}">
      <dsp:nvSpPr>
        <dsp:cNvPr id="0" name=""/>
        <dsp:cNvSpPr/>
      </dsp:nvSpPr>
      <dsp:spPr>
        <a:xfrm>
          <a:off x="7118211" y="0"/>
          <a:ext cx="3235550" cy="513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Receptor</a:t>
          </a:r>
        </a:p>
      </dsp:txBody>
      <dsp:txXfrm>
        <a:off x="7118211" y="0"/>
        <a:ext cx="3235550" cy="513670"/>
      </dsp:txXfrm>
    </dsp:sp>
    <dsp:sp modelId="{74BBE83D-E925-41C3-8904-6CD4D770CC81}">
      <dsp:nvSpPr>
        <dsp:cNvPr id="0" name=""/>
        <dsp:cNvSpPr/>
      </dsp:nvSpPr>
      <dsp:spPr>
        <a:xfrm>
          <a:off x="7118211" y="513670"/>
          <a:ext cx="3235550" cy="191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La superficie donde se proyecta la sombra (piso, paredes u otros objetos).​</a:t>
          </a:r>
        </a:p>
      </dsp:txBody>
      <dsp:txXfrm>
        <a:off x="7118211" y="513670"/>
        <a:ext cx="3235550" cy="19168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4D25C3-2E0C-4644-8242-A12A0CB1BE3C}">
      <dsp:nvSpPr>
        <dsp:cNvPr id="0" name=""/>
        <dsp:cNvSpPr/>
      </dsp:nvSpPr>
      <dsp:spPr>
        <a:xfrm>
          <a:off x="0" y="0"/>
          <a:ext cx="3232390" cy="934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Sólo receptores planos</a:t>
          </a:r>
        </a:p>
      </dsp:txBody>
      <dsp:txXfrm>
        <a:off x="0" y="0"/>
        <a:ext cx="3232390" cy="934972"/>
      </dsp:txXfrm>
    </dsp:sp>
    <dsp:sp modelId="{16DBB1B3-EE51-470A-953B-6F3C396FE798}">
      <dsp:nvSpPr>
        <dsp:cNvPr id="0" name=""/>
        <dsp:cNvSpPr/>
      </dsp:nvSpPr>
      <dsp:spPr>
        <a:xfrm>
          <a:off x="0" y="934972"/>
          <a:ext cx="3232390" cy="159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No pueden proyectarse sobre escaleras, terrenos curvos o paredes irregulares.</a:t>
          </a:r>
        </a:p>
      </dsp:txBody>
      <dsp:txXfrm>
        <a:off x="0" y="934972"/>
        <a:ext cx="3232390" cy="1599906"/>
      </dsp:txXfrm>
    </dsp:sp>
    <dsp:sp modelId="{E838B3E6-4DCB-4230-AA94-B3508FB0EE29}">
      <dsp:nvSpPr>
        <dsp:cNvPr id="0" name=""/>
        <dsp:cNvSpPr/>
      </dsp:nvSpPr>
      <dsp:spPr>
        <a:xfrm>
          <a:off x="3555629" y="0"/>
          <a:ext cx="3232390" cy="934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Sin </a:t>
          </a:r>
          <a:r>
            <a:rPr lang="es-AR" sz="2800" kern="1200" noProof="0" dirty="0" err="1"/>
            <a:t>auto-sombreado</a:t>
          </a:r>
          <a:endParaRPr lang="es-AR" sz="2800" kern="1200" noProof="0" dirty="0"/>
        </a:p>
      </dsp:txBody>
      <dsp:txXfrm>
        <a:off x="3555629" y="0"/>
        <a:ext cx="3232390" cy="934972"/>
      </dsp:txXfrm>
    </dsp:sp>
    <dsp:sp modelId="{05AD38B4-BD73-44BD-845F-C62232E07283}">
      <dsp:nvSpPr>
        <dsp:cNvPr id="0" name=""/>
        <dsp:cNvSpPr/>
      </dsp:nvSpPr>
      <dsp:spPr>
        <a:xfrm>
          <a:off x="3555629" y="934972"/>
          <a:ext cx="3232390" cy="159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El objeto no puede proyectar sombra sobre sí mismo, lo que reduce el realismo.</a:t>
          </a:r>
        </a:p>
      </dsp:txBody>
      <dsp:txXfrm>
        <a:off x="3555629" y="934972"/>
        <a:ext cx="3232390" cy="1599906"/>
      </dsp:txXfrm>
    </dsp:sp>
    <dsp:sp modelId="{B169E5E2-57DB-40CD-9AAA-F4E36451E77E}">
      <dsp:nvSpPr>
        <dsp:cNvPr id="0" name=""/>
        <dsp:cNvSpPr/>
      </dsp:nvSpPr>
      <dsp:spPr>
        <a:xfrm>
          <a:off x="7111259" y="0"/>
          <a:ext cx="3232390" cy="934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5560" rIns="35560" bIns="3556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AR" sz="2800" kern="1200" noProof="0" dirty="0"/>
            <a:t>Z-</a:t>
          </a:r>
          <a:r>
            <a:rPr lang="es-AR" sz="2800" kern="1200" noProof="0" dirty="0" err="1"/>
            <a:t>Fighting</a:t>
          </a:r>
          <a:endParaRPr lang="es-AR" sz="2800" kern="1200" noProof="0" dirty="0"/>
        </a:p>
      </dsp:txBody>
      <dsp:txXfrm>
        <a:off x="7111259" y="0"/>
        <a:ext cx="3232390" cy="934972"/>
      </dsp:txXfrm>
    </dsp:sp>
    <dsp:sp modelId="{74BBE83D-E925-41C3-8904-6CD4D770CC81}">
      <dsp:nvSpPr>
        <dsp:cNvPr id="0" name=""/>
        <dsp:cNvSpPr/>
      </dsp:nvSpPr>
      <dsp:spPr>
        <a:xfrm>
          <a:off x="7111259" y="934972"/>
          <a:ext cx="3232390" cy="159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 noProof="0" dirty="0"/>
            <a:t>Si el plano de la sombra coincide exactamente con el suelo, se producen </a:t>
          </a:r>
          <a:r>
            <a:rPr lang="es-AR" sz="2400" kern="1200" noProof="0" dirty="0" err="1"/>
            <a:t>artifacts</a:t>
          </a:r>
          <a:r>
            <a:rPr lang="es-AR" sz="2400" kern="1200" noProof="0" dirty="0"/>
            <a:t> visuales de parpadeo.</a:t>
          </a:r>
        </a:p>
      </dsp:txBody>
      <dsp:txXfrm>
        <a:off x="7111259" y="934972"/>
        <a:ext cx="3232390" cy="1599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FB012-E420-4B95-AE63-A8D98F1E9FF8}" type="datetime1">
              <a:rPr lang="es-ES" smtClean="0"/>
              <a:t>09/06/2026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83E88-2765-4140-A04D-8B1D491FFF4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28893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BEC11F6-780B-4A70-BC74-0ABACE79CAA5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727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ES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1C7952-479D-4D4B-8F19-C6026F510D9E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5F9175-B10B-4641-995C-12E45A3F36CD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CEA549-D5CD-4EAF-92DD-F120BAE2B00B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9D2F8E-7231-4034-8D2D-3DE6DA3442B3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n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E704EA-5CB1-494A-9524-E0FAE6BBE6C4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842E49-C804-4EEC-9941-A438EC0B005D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CB7135-DC88-46C5-8577-B4652D9D518F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BDDAF-5FB4-4645-B812-33656A6F2B85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3182DB-EE2B-4FEC-B9F5-C787A05118D2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58912-430E-46D1-BA95-7CF218A879F9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604E1-623C-4365-B688-201238FB20C0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2" name="Marcador de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ADFC75-E87D-46C2-9102-15C11F0259DB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Cuadro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Cuadro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E54EC6-1219-49EE-8B80-3C24DE8E5A44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4DCC15-8F35-48A3-948F-896E04D77AE9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n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n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76F276-4198-468B-A622-B7B7E3766911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7305C6AA-9D71-4080-8813-13E932244C60}" type="datetime1">
              <a:rPr lang="es-ES" noProof="0" smtClean="0"/>
              <a:t>09/06/2026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50862-light-bulb-picture-free-clipart-hq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id/peringatan-kuning-perhatian-147699/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6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www.google.com/search?q=https%3A%2F%2Fdocs.unity3d.com%2FManual%2Fshadow-mapping.html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www.google.com/search?q=https%3A%2F%2Fdocs.unity3d.com%2FManual%2FShadow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wqualitipedia.telepedia.net/wiki/User:Yoshi50Windows/sandbox/Unity_(engine)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s://www.google.com/search?q=https%3A%2F%2Fdocs.unity3d.com%2FManual%2FDirLightShadow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orma libre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p14="http://schemas.microsoft.com/office/powerpoint/2010/main"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es-AR" sz="4000" noProof="0" dirty="0"/>
              <a:t>Estrategia básica para implementar sombras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es-AR" noProof="0" dirty="0"/>
              <a:t>Alejo Fernández – Computación gráfica 2026</a:t>
            </a:r>
            <a:endParaRPr lang="es-AR" sz="2300" noProof="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es-AR" sz="4000" noProof="0" dirty="0"/>
              <a:t>Índice	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rtlCol="0" anchor="t">
            <a:normAutofit/>
          </a:bodyPr>
          <a:lstStyle/>
          <a:p>
            <a:pPr lvl="0" rtl="0">
              <a:buFont typeface="Wingdings" panose="05000000000000000000" pitchFamily="2" charset="2"/>
              <a:buChar char="q"/>
            </a:pPr>
            <a:r>
              <a:rPr lang="es-AR" sz="2400" noProof="0" dirty="0"/>
              <a:t>El desafío de la oclusión.</a:t>
            </a:r>
          </a:p>
          <a:p>
            <a:pPr lvl="0" rtl="0">
              <a:buFont typeface="Wingdings" panose="05000000000000000000" pitchFamily="2" charset="2"/>
              <a:buChar char="q"/>
            </a:pPr>
            <a:r>
              <a:rPr lang="es-AR" sz="2400" noProof="0" dirty="0"/>
              <a:t>Componentes de una sombra.</a:t>
            </a:r>
          </a:p>
          <a:p>
            <a:pPr lvl="0" rtl="0">
              <a:buFont typeface="Wingdings" panose="05000000000000000000" pitchFamily="2" charset="2"/>
              <a:buChar char="q"/>
            </a:pPr>
            <a:r>
              <a:rPr lang="es-AR" sz="2400" noProof="0" dirty="0"/>
              <a:t>Estrategia 1: Sombras planas.</a:t>
            </a:r>
            <a:endParaRPr lang="es-AR" sz="2200" noProof="0" dirty="0"/>
          </a:p>
          <a:p>
            <a:pPr>
              <a:buFont typeface="Wingdings" panose="05000000000000000000" pitchFamily="2" charset="2"/>
              <a:buChar char="q"/>
            </a:pPr>
            <a:r>
              <a:rPr lang="es-AR" sz="2400" noProof="0" dirty="0"/>
              <a:t>Estrategia 2: Shadow </a:t>
            </a:r>
            <a:r>
              <a:rPr lang="es-AR" sz="2400" noProof="0" dirty="0" err="1"/>
              <a:t>mapping</a:t>
            </a:r>
            <a:r>
              <a:rPr lang="es-AR" sz="2400" noProof="0" dirty="0"/>
              <a:t>.</a:t>
            </a:r>
            <a:endParaRPr lang="es-AR" sz="2200" noProof="0" dirty="0"/>
          </a:p>
          <a:p>
            <a:pPr>
              <a:buFont typeface="Wingdings" panose="05000000000000000000" pitchFamily="2" charset="2"/>
              <a:buChar char="q"/>
            </a:pPr>
            <a:r>
              <a:rPr lang="es-AR" sz="2400" noProof="0" dirty="0"/>
              <a:t>Comparación de estrategias.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400" noProof="0" dirty="0" err="1"/>
              <a:t>Artifacts</a:t>
            </a:r>
            <a:r>
              <a:rPr lang="es-AR" sz="2400" noProof="0" dirty="0"/>
              <a:t> comunes.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400" noProof="0" dirty="0"/>
              <a:t>Bibliografía.</a:t>
            </a:r>
          </a:p>
          <a:p>
            <a:pPr marL="36900" lvl="0" indent="0" rtl="0">
              <a:buNone/>
            </a:pPr>
            <a:endParaRPr lang="es-AR" sz="2400" noProof="0" dirty="0"/>
          </a:p>
          <a:p>
            <a:pPr rtl="0"/>
            <a:endParaRPr lang="es-AR" sz="2400" noProof="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BB9AA-DC92-11C7-126A-9CBC5122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65748"/>
            <a:ext cx="9590550" cy="1828813"/>
          </a:xfrm>
        </p:spPr>
        <p:txBody>
          <a:bodyPr/>
          <a:lstStyle/>
          <a:p>
            <a:r>
              <a:rPr lang="es-AR" noProof="0" dirty="0"/>
              <a:t>El desafío de la oclusión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0E6174-BAB2-1AAD-67BA-F9655CB9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3429000"/>
            <a:ext cx="9590550" cy="1333494"/>
          </a:xfrm>
        </p:spPr>
        <p:txBody>
          <a:bodyPr>
            <a:normAutofit/>
          </a:bodyPr>
          <a:lstStyle/>
          <a:p>
            <a:r>
              <a:rPr lang="es-AR" noProof="0" dirty="0">
                <a:effectLst/>
              </a:rPr>
              <a:t>En el renderizado por </a:t>
            </a:r>
            <a:r>
              <a:rPr lang="es-AR" b="1" noProof="0" dirty="0">
                <a:effectLst/>
              </a:rPr>
              <a:t>rasterización</a:t>
            </a:r>
            <a:r>
              <a:rPr lang="es-AR" noProof="0" dirty="0">
                <a:effectLst/>
              </a:rPr>
              <a:t>, cada triángulo se procesa de forma independiente. La GPU no "sabe" qué hay entre la luz y el objeto.</a:t>
            </a:r>
          </a:p>
          <a:p>
            <a:r>
              <a:rPr lang="es-AR" noProof="0" dirty="0">
                <a:effectLst/>
              </a:rPr>
              <a:t>Implementar sombras requiere una estrategia para responder la pregunta técnica:</a:t>
            </a:r>
            <a:endParaRPr lang="es-AR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F5DA9C-9228-90DC-B996-A95B6DD0A231}"/>
              </a:ext>
            </a:extLst>
          </p:cNvPr>
          <p:cNvSpPr txBox="1"/>
          <p:nvPr/>
        </p:nvSpPr>
        <p:spPr>
          <a:xfrm>
            <a:off x="3387932" y="5096933"/>
            <a:ext cx="5405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noProof="0" dirty="0"/>
              <a:t>¿Es visible un punto P desde una fuente de luz L?</a:t>
            </a:r>
          </a:p>
        </p:txBody>
      </p:sp>
    </p:spTree>
    <p:extLst>
      <p:ext uri="{BB962C8B-B14F-4D97-AF65-F5344CB8AC3E}">
        <p14:creationId xmlns:p14="http://schemas.microsoft.com/office/powerpoint/2010/main" val="19328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50E1D-60E1-AEBD-1D2E-205B8722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anchor="ctr">
            <a:normAutofit/>
          </a:bodyPr>
          <a:lstStyle/>
          <a:p>
            <a:r>
              <a:rPr lang="es-AR" noProof="0" dirty="0"/>
              <a:t>Componentes de una sombra</a:t>
            </a:r>
          </a:p>
        </p:txBody>
      </p:sp>
      <p:graphicFrame>
        <p:nvGraphicFramePr>
          <p:cNvPr id="7" name="Marcador de texto 2">
            <a:extLst>
              <a:ext uri="{FF2B5EF4-FFF2-40B4-BE49-F238E27FC236}">
                <a16:creationId xmlns:a16="http://schemas.microsoft.com/office/drawing/2014/main" id="{85E91518-8A7D-6D87-F55E-1C2EB6A54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37125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913795" y="3713521"/>
          <a:ext cx="10353762" cy="2534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78E673C1-48A6-6788-CAE3-4EAE82A24F8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890252" y="1986116"/>
            <a:ext cx="1347634" cy="1347634"/>
          </a:xfrm>
          <a:prstGeom prst="rect">
            <a:avLst/>
          </a:prstGeom>
        </p:spPr>
      </p:pic>
      <p:pic>
        <p:nvPicPr>
          <p:cNvPr id="1026" name="Picture 2" descr="Cubo PNG para descargar gratis">
            <a:extLst>
              <a:ext uri="{FF2B5EF4-FFF2-40B4-BE49-F238E27FC236}">
                <a16:creationId xmlns:a16="http://schemas.microsoft.com/office/drawing/2014/main" id="{7830C09A-A275-F347-7493-E4E7DE9AE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950" y="1986116"/>
            <a:ext cx="2021451" cy="134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ubo con sombras - Curso Fotografía mejor para vender más">
            <a:extLst>
              <a:ext uri="{FF2B5EF4-FFF2-40B4-BE49-F238E27FC236}">
                <a16:creationId xmlns:a16="http://schemas.microsoft.com/office/drawing/2014/main" id="{222C816F-B31A-3F8C-00DE-0369E8140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8662219" y="1874914"/>
            <a:ext cx="2079521" cy="157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39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ECC3E-A945-4CCE-D8A5-DC08F437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es-AR" noProof="0" dirty="0"/>
              <a:t>Estrategia 1: Sombras planas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D0C196-0B83-4954-B7C4-8B20E21A4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444" y="2076452"/>
            <a:ext cx="4856841" cy="3622671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AR" sz="2800" noProof="0" dirty="0"/>
              <a:t>Proyección geométrica</a:t>
            </a:r>
          </a:p>
          <a:p>
            <a:pPr marL="36900" indent="0">
              <a:buNone/>
            </a:pPr>
            <a:r>
              <a:rPr lang="es-AR" noProof="0" dirty="0"/>
              <a:t>Es la técnica más básica de implementación. Consiste en proyectar la geometría del objeto directamente sobre un plano (generalmente el suelo).</a:t>
            </a:r>
          </a:p>
          <a:p>
            <a:pPr marL="36900" indent="0">
              <a:buNone/>
            </a:pPr>
            <a:r>
              <a:rPr lang="es-AR" noProof="0" dirty="0"/>
              <a:t>El oclusor se duplica y se transforma matemáticamente para convertirse en su propia sombra proyectada.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6297DB-3551-EDB0-CEB6-2DB2ABA9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6" y="2359469"/>
            <a:ext cx="5599274" cy="305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8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5FC3A-FCBE-11F3-1297-5AC25E3D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63702"/>
            <a:ext cx="5707899" cy="789796"/>
          </a:xfrm>
        </p:spPr>
        <p:txBody>
          <a:bodyPr/>
          <a:lstStyle/>
          <a:p>
            <a:r>
              <a:rPr lang="es-AR" sz="4400" noProof="0" dirty="0"/>
              <a:t>La matriz de proyección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1C78B6-094D-9E8F-07D1-F20D14C12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s-AR" sz="2400" noProof="0" dirty="0"/>
              <a:t>Esta matriz “aplasta” la coordenada Y, proyectando los vértices tridimensionales sobre un plano 2D en el espacio del mundo.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1D4201-165E-C800-49E2-5F2506EE5BBD}"/>
              </a:ext>
            </a:extLst>
          </p:cNvPr>
          <p:cNvPicPr preferRelativeResize="0">
            <a:picLocks noGrp="1" noChangeAspect="1" noChangeArrowheads="1"/>
          </p:cNvPicPr>
          <p:nvPr>
            <p:ph type="pic" idx="1"/>
          </p:nvPr>
        </p:nvPicPr>
        <p:blipFill>
          <a:blip r:embed="rId2"/>
          <a:stretch/>
        </p:blipFill>
        <p:spPr bwMode="auto">
          <a:xfrm>
            <a:off x="7621529" y="2427295"/>
            <a:ext cx="3037781" cy="196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51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FA8F6-3263-F84D-5971-42E11611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CFB5B-5B5F-D842-D8DA-56789CC9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anchor="ctr">
            <a:normAutofit/>
          </a:bodyPr>
          <a:lstStyle/>
          <a:p>
            <a:r>
              <a:rPr lang="es-AR" sz="4400" noProof="0" dirty="0"/>
              <a:t>Limitaciones de las sombras planas</a:t>
            </a:r>
          </a:p>
        </p:txBody>
      </p:sp>
      <p:graphicFrame>
        <p:nvGraphicFramePr>
          <p:cNvPr id="7" name="Marcador de texto 2">
            <a:extLst>
              <a:ext uri="{FF2B5EF4-FFF2-40B4-BE49-F238E27FC236}">
                <a16:creationId xmlns:a16="http://schemas.microsoft.com/office/drawing/2014/main" id="{AFDAAAC1-34E6-2B04-99D8-C020BD89A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86388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913795" y="3604796"/>
          <a:ext cx="10353762" cy="2534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92A172B-8A0E-479E-3871-174425CEA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1890252" y="2042696"/>
            <a:ext cx="1347634" cy="123447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94EF338-CCDB-1463-29EF-6ED9E6A10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</a:blip>
          <a:srcRect/>
          <a:stretch/>
        </p:blipFill>
        <p:spPr bwMode="auto">
          <a:xfrm>
            <a:off x="5416858" y="1986116"/>
            <a:ext cx="1347634" cy="134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435E1D7-A23A-AC65-7039-73E34584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8396747" y="1833569"/>
            <a:ext cx="2258061" cy="159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63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509C4-CB02-B427-51FD-6606EF4B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Estrategia 2: Shadow </a:t>
            </a:r>
            <a:r>
              <a:rPr lang="es-AR" noProof="0" dirty="0" err="1"/>
              <a:t>mapping</a:t>
            </a:r>
            <a:endParaRPr lang="es-AR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8DB047-F71F-8260-2635-8BF57454B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noProof="0" dirty="0"/>
              <a:t>La estrategia estándar de la industria. Basada en el buffer de profundidad (Z-buffer) y un proceso de dos pasadas.</a:t>
            </a:r>
          </a:p>
        </p:txBody>
      </p:sp>
    </p:spTree>
    <p:extLst>
      <p:ext uri="{BB962C8B-B14F-4D97-AF65-F5344CB8AC3E}">
        <p14:creationId xmlns:p14="http://schemas.microsoft.com/office/powerpoint/2010/main" val="161085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2A545-48FA-1477-1F42-22974615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3" y="609600"/>
            <a:ext cx="3706889" cy="1175474"/>
          </a:xfrm>
        </p:spPr>
        <p:txBody>
          <a:bodyPr>
            <a:normAutofit/>
          </a:bodyPr>
          <a:lstStyle/>
          <a:p>
            <a:r>
              <a:rPr lang="es-AR" sz="3200" noProof="0" dirty="0"/>
              <a:t>Paso 1: El mapa de profundidad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EC9B04-028B-E2A4-FB04-EBB6C8082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813" y="2222090"/>
            <a:ext cx="4238041" cy="3264366"/>
          </a:xfrm>
        </p:spPr>
        <p:txBody>
          <a:bodyPr>
            <a:normAutofit fontScale="85000" lnSpcReduction="20000"/>
          </a:bodyPr>
          <a:lstStyle/>
          <a:p>
            <a:r>
              <a:rPr lang="es-AR" sz="2900" b="1" noProof="0" dirty="0"/>
              <a:t>Implementación interna: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2100" noProof="0" dirty="0"/>
              <a:t>Se crea un FBO (</a:t>
            </a:r>
            <a:r>
              <a:rPr lang="es-AR" sz="2100" noProof="0" dirty="0" err="1"/>
              <a:t>Framebuffer</a:t>
            </a:r>
            <a:r>
              <a:rPr lang="es-AR" sz="2100" noProof="0" dirty="0"/>
              <a:t> </a:t>
            </a:r>
            <a:r>
              <a:rPr lang="es-AR" sz="2100" noProof="0" dirty="0" err="1"/>
              <a:t>Object</a:t>
            </a:r>
            <a:r>
              <a:rPr lang="es-AR" sz="2100" noProof="0" dirty="0"/>
              <a:t>) con una textura de profundidad adjunta.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2100" noProof="0" dirty="0"/>
              <a:t>Se renderiza la escena desde la posición de la luz.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2100" noProof="0" dirty="0"/>
              <a:t>Se desactiva el renderizado de color (solo se escribe en el Z-buffer).</a:t>
            </a:r>
          </a:p>
          <a:p>
            <a:pPr algn="l"/>
            <a:r>
              <a:rPr lang="es-AR" sz="2100" noProof="0" dirty="0"/>
              <a:t>Como resultado se obtiene una textura que contiene la distancia mínima desde la luz a cualquier objeto.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BF4A36-FD2A-0507-7158-220DDFF0B4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5" b="15170"/>
          <a:stretch>
            <a:fillRect/>
          </a:stretch>
        </p:blipFill>
        <p:spPr bwMode="auto">
          <a:xfrm>
            <a:off x="5159619" y="2450542"/>
            <a:ext cx="6458568" cy="282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5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27BC6-B3B6-A2D2-DC43-C38373CA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noProof="0" dirty="0"/>
              <a:t>Paso 2: Comparación final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AF85F-F394-6862-67B5-C399547AA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3763438"/>
            <a:ext cx="9590550" cy="2863503"/>
          </a:xfrm>
        </p:spPr>
        <p:txBody>
          <a:bodyPr>
            <a:normAutofit/>
          </a:bodyPr>
          <a:lstStyle/>
          <a:p>
            <a:pPr algn="l"/>
            <a:r>
              <a:rPr lang="es-AR" sz="2200" b="1" noProof="0" dirty="0"/>
              <a:t>Durante el renderizado final (cámara):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AR" sz="2200" noProof="0" dirty="0"/>
              <a:t>Cada fragmento se proyecta al espacio de la luz usando la matriz de sombra.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AR" sz="2200" noProof="0" dirty="0"/>
              <a:t>Se compara su profundidad actual con la guardada en la textura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AR" sz="2200" noProof="0" dirty="0"/>
              <a:t>Si la profundidad es mayor, el objeto está ocluido.</a:t>
            </a:r>
          </a:p>
        </p:txBody>
      </p:sp>
    </p:spTree>
    <p:extLst>
      <p:ext uri="{BB962C8B-B14F-4D97-AF65-F5344CB8AC3E}">
        <p14:creationId xmlns:p14="http://schemas.microsoft.com/office/powerpoint/2010/main" val="3775891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4670E-3626-3B1D-26B0-BED5730C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Comparativa de estrategias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28F4BA0-1DDE-6608-77B8-E60C75A6B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763406"/>
              </p:ext>
            </p:extLst>
          </p:nvPr>
        </p:nvGraphicFramePr>
        <p:xfrm>
          <a:off x="914400" y="2076448"/>
          <a:ext cx="10353675" cy="309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3527397466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17378039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677545372"/>
                    </a:ext>
                  </a:extLst>
                </a:gridCol>
              </a:tblGrid>
              <a:tr h="619064">
                <a:tc>
                  <a:txBody>
                    <a:bodyPr/>
                    <a:lstStyle/>
                    <a:p>
                      <a:pPr algn="ctr"/>
                      <a:r>
                        <a:rPr lang="es-AR" sz="2000" noProof="0" dirty="0"/>
                        <a:t>Criterio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noProof="0" dirty="0"/>
                        <a:t>Sombras planas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noProof="0" dirty="0"/>
                        <a:t>Shadow </a:t>
                      </a:r>
                      <a:r>
                        <a:rPr lang="es-AR" sz="2000" noProof="0" dirty="0" err="1"/>
                        <a:t>mapping</a:t>
                      </a:r>
                      <a:endParaRPr lang="es-AR" sz="20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098918"/>
                  </a:ext>
                </a:extLst>
              </a:tr>
              <a:tr h="619064"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Complejidad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Baja (una simple matriz)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Alta (dos pasadas)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3971649"/>
                  </a:ext>
                </a:extLst>
              </a:tr>
              <a:tr h="619064"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Recursos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Mínimo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Uso de texturas / VRAM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7429206"/>
                  </a:ext>
                </a:extLst>
              </a:tr>
              <a:tr h="619064"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Versatilidad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Solo planos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Cualquier superficie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473764"/>
                  </a:ext>
                </a:extLst>
              </a:tr>
              <a:tr h="619064"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Realismo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Básico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2000" noProof="0" dirty="0"/>
                        <a:t>Profesional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6353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50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49347-A515-65C6-CAFB-A73D0623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 err="1"/>
              <a:t>Artifacts</a:t>
            </a:r>
            <a:r>
              <a:rPr lang="es-AR" noProof="0" dirty="0"/>
              <a:t> comunes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6CE34D-F024-01A4-5B92-4BE1235CC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4070" y="5079494"/>
            <a:ext cx="4764764" cy="692494"/>
          </a:xfrm>
        </p:spPr>
        <p:txBody>
          <a:bodyPr/>
          <a:lstStyle/>
          <a:p>
            <a:r>
              <a:rPr lang="es-AR" noProof="0" dirty="0"/>
              <a:t>Shadow </a:t>
            </a:r>
            <a:r>
              <a:rPr lang="es-AR" noProof="0" dirty="0" err="1"/>
              <a:t>acne</a:t>
            </a:r>
            <a:r>
              <a:rPr lang="es-AR" noProof="0" dirty="0"/>
              <a:t>: Se soluciona aplicando un pequeño “</a:t>
            </a:r>
            <a:r>
              <a:rPr lang="es-AR" noProof="0" dirty="0" err="1"/>
              <a:t>bias</a:t>
            </a:r>
            <a:r>
              <a:rPr lang="es-AR" noProof="0" dirty="0"/>
              <a:t>” al comparar.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0FEE2A-12E0-2F72-5008-7351CCDE9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167" y="4503174"/>
            <a:ext cx="4779582" cy="1268815"/>
          </a:xfrm>
        </p:spPr>
        <p:txBody>
          <a:bodyPr/>
          <a:lstStyle/>
          <a:p>
            <a:r>
              <a:rPr lang="es-AR" noProof="0" dirty="0" err="1"/>
              <a:t>Aliasing</a:t>
            </a:r>
            <a:r>
              <a:rPr lang="es-AR" noProof="0" dirty="0"/>
              <a:t>: Bordes dentados por resolución. Se soluciona promediando muestras vecinas</a:t>
            </a:r>
          </a:p>
        </p:txBody>
      </p:sp>
      <p:pic>
        <p:nvPicPr>
          <p:cNvPr id="6148" name="Picture 4" descr="Shadow Acne">
            <a:extLst>
              <a:ext uri="{FF2B5EF4-FFF2-40B4-BE49-F238E27FC236}">
                <a16:creationId xmlns:a16="http://schemas.microsoft.com/office/drawing/2014/main" id="{1096C9F8-3326-69E7-4421-2943EC68AA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25" y="2088654"/>
            <a:ext cx="4765675" cy="26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ascading Shadow Maps | byhdev">
            <a:extLst>
              <a:ext uri="{FF2B5EF4-FFF2-40B4-BE49-F238E27FC236}">
                <a16:creationId xmlns:a16="http://schemas.microsoft.com/office/drawing/2014/main" id="{2905D5FA-2588-D183-36CB-9391AC1613B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" t="8810" r="51903" b="4946"/>
          <a:stretch>
            <a:fillRect/>
          </a:stretch>
        </p:blipFill>
        <p:spPr bwMode="auto">
          <a:xfrm>
            <a:off x="6459904" y="2255247"/>
            <a:ext cx="4586108" cy="214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38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5537AD-51F7-F0A2-C65B-EB7EB328C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1651819"/>
            <a:ext cx="3706889" cy="4037782"/>
          </a:xfrm>
        </p:spPr>
        <p:txBody>
          <a:bodyPr>
            <a:normAutofit/>
          </a:bodyPr>
          <a:lstStyle/>
          <a:p>
            <a:pPr algn="l"/>
            <a:r>
              <a:rPr lang="es-AR" sz="1800" noProof="0" dirty="0"/>
              <a:t>En motores modernos como Unity, la complejidad se abstrae en el componente </a:t>
            </a:r>
            <a:r>
              <a:rPr lang="es-AR" sz="1800" b="1" noProof="0" dirty="0"/>
              <a:t>Light</a:t>
            </a:r>
            <a:r>
              <a:rPr lang="es-AR" sz="1800" noProof="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1800" b="1" noProof="0" dirty="0"/>
              <a:t>Shadow </a:t>
            </a:r>
            <a:r>
              <a:rPr lang="es-AR" sz="1800" b="1" noProof="0" dirty="0" err="1"/>
              <a:t>Type</a:t>
            </a:r>
            <a:r>
              <a:rPr lang="es-AR" sz="1800" noProof="0" dirty="0"/>
              <a:t>: Define si se usa Shadow </a:t>
            </a:r>
            <a:r>
              <a:rPr lang="es-AR" sz="1800" noProof="0" dirty="0" err="1"/>
              <a:t>Mapping</a:t>
            </a:r>
            <a:r>
              <a:rPr lang="es-AR" sz="1800" noProof="0" dirty="0"/>
              <a:t> simple o con filtrado (</a:t>
            </a:r>
            <a:r>
              <a:rPr lang="es-AR" sz="1800" noProof="0" dirty="0" err="1"/>
              <a:t>soft</a:t>
            </a:r>
            <a:r>
              <a:rPr lang="es-AR" sz="1800" noProof="0" dirty="0"/>
              <a:t> </a:t>
            </a:r>
            <a:r>
              <a:rPr lang="es-AR" sz="1800" noProof="0" dirty="0" err="1"/>
              <a:t>shadows</a:t>
            </a:r>
            <a:r>
              <a:rPr lang="es-AR" sz="1800" noProof="0" dirty="0"/>
              <a:t>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1800" b="1" noProof="0" dirty="0" err="1"/>
              <a:t>Resolution</a:t>
            </a:r>
            <a:r>
              <a:rPr lang="es-AR" sz="1800" noProof="0" dirty="0"/>
              <a:t>: Define el tamaño de la textura del mapa.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s-AR" sz="1800" b="1" noProof="0" dirty="0"/>
              <a:t>Bias y Normal Bias</a:t>
            </a:r>
            <a:r>
              <a:rPr lang="es-AR" sz="1800" noProof="0" dirty="0"/>
              <a:t>: Controles expuestos para evitar el </a:t>
            </a:r>
            <a:r>
              <a:rPr lang="es-AR" sz="1800" noProof="0" dirty="0" err="1"/>
              <a:t>shadow</a:t>
            </a:r>
            <a:r>
              <a:rPr lang="es-AR" sz="1800" noProof="0" dirty="0"/>
              <a:t> </a:t>
            </a:r>
            <a:r>
              <a:rPr lang="es-AR" sz="1800" noProof="0" dirty="0" err="1"/>
              <a:t>acne</a:t>
            </a:r>
            <a:r>
              <a:rPr lang="es-AR" sz="1800" noProof="0" dirty="0"/>
              <a:t>.</a:t>
            </a:r>
            <a:endParaRPr lang="es-AR" sz="1800" b="1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B593D5-DB58-16EB-0B98-D434C45F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14" y="324465"/>
            <a:ext cx="5093715" cy="914400"/>
          </a:xfrm>
        </p:spPr>
        <p:txBody>
          <a:bodyPr>
            <a:normAutofit/>
          </a:bodyPr>
          <a:lstStyle/>
          <a:p>
            <a:r>
              <a:rPr lang="es-AR" sz="3600" noProof="0" dirty="0"/>
              <a:t>Implementación en Unity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03135C-29C7-3EC2-2DDE-3B08E93FA0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9" b="21142"/>
          <a:stretch>
            <a:fillRect/>
          </a:stretch>
        </p:blipFill>
        <p:spPr bwMode="auto">
          <a:xfrm>
            <a:off x="5573229" y="1651818"/>
            <a:ext cx="5932134" cy="379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16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20DE6-7FE7-C43C-6BDA-FE4F9EBD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es-AR" noProof="0" dirty="0"/>
              <a:t>Detrás de escena en Unity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52A362-265F-5B00-DA77-20D972976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es-AR" sz="2100" noProof="0" dirty="0"/>
              <a:t>¿Qué hace Unity para que las sombras se vean bien a larga distancia?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s-AR" sz="2100" noProof="0" dirty="0"/>
              <a:t>	Utiliza </a:t>
            </a:r>
            <a:r>
              <a:rPr lang="es-AR" sz="2100" noProof="0" dirty="0" err="1"/>
              <a:t>Cascaded</a:t>
            </a:r>
            <a:r>
              <a:rPr lang="es-AR" sz="2100" noProof="0" dirty="0"/>
              <a:t> Shadow </a:t>
            </a:r>
            <a:r>
              <a:rPr lang="es-AR" sz="2100" noProof="0" dirty="0" err="1"/>
              <a:t>Maps</a:t>
            </a:r>
            <a:r>
              <a:rPr lang="es-AR" sz="2100" noProof="0" dirty="0"/>
              <a:t> (CSM):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s-AR" sz="2100" noProof="0" dirty="0"/>
              <a:t>Divide el </a:t>
            </a:r>
            <a:r>
              <a:rPr lang="es-AR" sz="2100" noProof="0" dirty="0" err="1"/>
              <a:t>Frustum</a:t>
            </a:r>
            <a:r>
              <a:rPr lang="es-AR" sz="2100" noProof="0" dirty="0"/>
              <a:t> en varias secciones.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s-AR" sz="2100" noProof="0" dirty="0"/>
              <a:t>Genera un mapa de sombras diferente para cada sección.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s-AR" sz="2100" noProof="0" dirty="0"/>
              <a:t>Los objetos cercanos utilizan mapas de </a:t>
            </a:r>
            <a:r>
              <a:rPr lang="es-AR" sz="2100" b="1" noProof="0" dirty="0"/>
              <a:t>alta resolución</a:t>
            </a:r>
            <a:r>
              <a:rPr lang="es-AR" sz="2100" noProof="0" dirty="0"/>
              <a:t>, y los más lejanos de </a:t>
            </a:r>
            <a:r>
              <a:rPr lang="es-AR" sz="2100" b="1" noProof="0" dirty="0"/>
              <a:t>baja resolución</a:t>
            </a:r>
            <a:r>
              <a:rPr lang="es-AR" sz="2100" noProof="0" dirty="0"/>
              <a:t>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73B629F-57D5-8FE0-E748-32505C1D5A8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76" y="1903264"/>
            <a:ext cx="5781675" cy="396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791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14801-7796-5B37-0960-34AFCD3E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661828"/>
            <a:ext cx="10353762" cy="3534344"/>
          </a:xfrm>
        </p:spPr>
        <p:txBody>
          <a:bodyPr>
            <a:normAutofit/>
          </a:bodyPr>
          <a:lstStyle/>
          <a:p>
            <a:r>
              <a:rPr lang="es-AR" sz="13800" noProof="0" dirty="0"/>
              <a:t>Fin</a:t>
            </a:r>
            <a:endParaRPr lang="es-AR" sz="19900" noProof="0" dirty="0"/>
          </a:p>
        </p:txBody>
      </p:sp>
    </p:spTree>
    <p:extLst>
      <p:ext uri="{BB962C8B-B14F-4D97-AF65-F5344CB8AC3E}">
        <p14:creationId xmlns:p14="http://schemas.microsoft.com/office/powerpoint/2010/main" val="192212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FCEE4-5D93-5F75-1287-E0A915AE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anchor="ctr">
            <a:normAutofit/>
          </a:bodyPr>
          <a:lstStyle/>
          <a:p>
            <a:r>
              <a:rPr lang="es-AR" noProof="0" dirty="0"/>
              <a:t>Bibliografía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B4DDCB-619A-2A0F-1C39-598D4FB75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1474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AR" b="1" dirty="0"/>
              <a:t>"Fundamentals </a:t>
            </a:r>
            <a:r>
              <a:rPr lang="es-AR" b="1" dirty="0" err="1"/>
              <a:t>of</a:t>
            </a:r>
            <a:r>
              <a:rPr lang="es-AR" b="1" dirty="0"/>
              <a:t> </a:t>
            </a:r>
            <a:r>
              <a:rPr lang="es-AR" b="1" dirty="0" err="1"/>
              <a:t>Computer</a:t>
            </a:r>
            <a:r>
              <a:rPr lang="es-AR" b="1" dirty="0"/>
              <a:t> </a:t>
            </a:r>
            <a:r>
              <a:rPr lang="es-AR" b="1" dirty="0" err="1"/>
              <a:t>Graphics</a:t>
            </a:r>
            <a:r>
              <a:rPr lang="es-AR" b="1" dirty="0"/>
              <a:t>" (Peter Shirley).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b="1" dirty="0"/>
              <a:t>Unity </a:t>
            </a:r>
            <a:r>
              <a:rPr lang="es-AR" b="1" dirty="0" err="1"/>
              <a:t>User</a:t>
            </a:r>
            <a:r>
              <a:rPr lang="es-AR" b="1" dirty="0"/>
              <a:t> Manual: </a:t>
            </a:r>
            <a:r>
              <a:rPr lang="es-AR" b="1" dirty="0" err="1"/>
              <a:t>Shadows</a:t>
            </a:r>
            <a:r>
              <a:rPr lang="es-AR" dirty="0"/>
              <a:t> (</a:t>
            </a:r>
            <a:r>
              <a:rPr lang="es-AR" dirty="0">
                <a:hlinkClick r:id="rId2"/>
              </a:rPr>
              <a:t>docs.unity3d.com/Manual/Shadows.html</a:t>
            </a:r>
            <a:r>
              <a:rPr lang="es-AR" dirty="0"/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b="1" dirty="0"/>
              <a:t>Unity </a:t>
            </a:r>
            <a:r>
              <a:rPr lang="es-AR" b="1" dirty="0" err="1"/>
              <a:t>User</a:t>
            </a:r>
            <a:r>
              <a:rPr lang="es-AR" b="1" dirty="0"/>
              <a:t> Manual: Shadow </a:t>
            </a:r>
            <a:r>
              <a:rPr lang="es-AR" b="1" dirty="0" err="1"/>
              <a:t>Mapping</a:t>
            </a:r>
            <a:r>
              <a:rPr lang="es-AR" dirty="0"/>
              <a:t> (</a:t>
            </a:r>
            <a:r>
              <a:rPr lang="es-AR" dirty="0">
                <a:hlinkClick r:id="rId3"/>
              </a:rPr>
              <a:t>docs.unity3d.com/Manual/shadow-mapping.html</a:t>
            </a:r>
            <a:r>
              <a:rPr lang="es-AR" dirty="0"/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b="1" dirty="0"/>
              <a:t>Unity </a:t>
            </a:r>
            <a:r>
              <a:rPr lang="es-AR" b="1" dirty="0" err="1"/>
              <a:t>User</a:t>
            </a:r>
            <a:r>
              <a:rPr lang="es-AR" b="1" dirty="0"/>
              <a:t> Manual: </a:t>
            </a:r>
            <a:r>
              <a:rPr lang="es-AR" b="1" dirty="0" err="1"/>
              <a:t>Cascaded</a:t>
            </a:r>
            <a:r>
              <a:rPr lang="es-AR" b="1" dirty="0"/>
              <a:t> Shadow </a:t>
            </a:r>
            <a:r>
              <a:rPr lang="es-AR" b="1" dirty="0" err="1"/>
              <a:t>Maps</a:t>
            </a:r>
            <a:r>
              <a:rPr lang="es-AR" dirty="0"/>
              <a:t> (</a:t>
            </a:r>
            <a:r>
              <a:rPr lang="es-AR" dirty="0">
                <a:hlinkClick r:id="rId4"/>
              </a:rPr>
              <a:t>docs.unity3d.com/Manual/DirLightShadows.html</a:t>
            </a:r>
            <a:r>
              <a:rPr lang="es-AR" dirty="0"/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noProof="0" dirty="0"/>
              <a:t>Imágenes de Google y Bing libres de derechos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dirty="0"/>
              <a:t>Modelos LLM (Google Gemini, </a:t>
            </a:r>
            <a:r>
              <a:rPr lang="es-AR" dirty="0" err="1"/>
              <a:t>NotebookLM</a:t>
            </a:r>
            <a:r>
              <a:rPr lang="es-AR" dirty="0"/>
              <a:t>).</a:t>
            </a:r>
            <a:endParaRPr lang="es-AR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1E223E-3AE0-274E-5D34-E872CEA3EA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583561" y="3593701"/>
            <a:ext cx="1969178" cy="1969178"/>
          </a:xfrm>
          <a:prstGeom prst="rect">
            <a:avLst/>
          </a:prstGeom>
          <a:effectLst/>
        </p:spPr>
      </p:pic>
      <p:pic>
        <p:nvPicPr>
          <p:cNvPr id="3074" name="Picture 2" descr="Gemini icon changes on iPhone and Android | Mashable">
            <a:extLst>
              <a:ext uri="{FF2B5EF4-FFF2-40B4-BE49-F238E27FC236}">
                <a16:creationId xmlns:a16="http://schemas.microsoft.com/office/drawing/2014/main" id="{875619F2-9E98-C828-0419-69CDA0823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521" y="5064087"/>
            <a:ext cx="1454224" cy="14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iseño PNG Y SVG De Trazo De Libros Apilados Apilados Para Camisetas">
            <a:extLst>
              <a:ext uri="{FF2B5EF4-FFF2-40B4-BE49-F238E27FC236}">
                <a16:creationId xmlns:a16="http://schemas.microsoft.com/office/drawing/2014/main" id="{F0D1BF18-3FCB-A021-8FD4-5F4AB19A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2976" y="4949927"/>
            <a:ext cx="1454224" cy="14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86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2_TF55705232.potx" id="{48989EC3-9309-4897-8C0D-BDF2311BCEFB}" vid="{43797E30-B318-41B0-A673-A012DE2BDE9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{DCD6043B-A7D5-409B-8FE5-5A979C964C08}TFe742eee6-54b3-45e8-a03d-f3d997f9b6ca752ac295_win32-baaae6adfb4b</Template>
  <TotalTime>287</TotalTime>
  <Words>708</Words>
  <Application>Microsoft Office PowerPoint</Application>
  <PresentationFormat>Panorámica</PresentationFormat>
  <Paragraphs>87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Calibri</vt:lpstr>
      <vt:lpstr>Goudy Old Style</vt:lpstr>
      <vt:lpstr>Wingdings</vt:lpstr>
      <vt:lpstr>Wingdings 2</vt:lpstr>
      <vt:lpstr>SlateVTI</vt:lpstr>
      <vt:lpstr>Estrategia básica para implementar sombras</vt:lpstr>
      <vt:lpstr>Índice </vt:lpstr>
      <vt:lpstr>El desafío de la oclusión</vt:lpstr>
      <vt:lpstr>Componentes de una sombra</vt:lpstr>
      <vt:lpstr>Estrategia 1: Sombras planas</vt:lpstr>
      <vt:lpstr>La matriz de proyección</vt:lpstr>
      <vt:lpstr>Limitaciones de las sombras planas</vt:lpstr>
      <vt:lpstr>Estrategia 2: Shadow mapping</vt:lpstr>
      <vt:lpstr>Paso 1: El mapa de profundidad</vt:lpstr>
      <vt:lpstr>Paso 2: Comparación final</vt:lpstr>
      <vt:lpstr>Comparativa de estrategias</vt:lpstr>
      <vt:lpstr>Artifacts comunes</vt:lpstr>
      <vt:lpstr>Implementación en Unity</vt:lpstr>
      <vt:lpstr>Detrás de escena en Unity</vt:lpstr>
      <vt:lpstr>Fin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Alejo Fernandez</dc:creator>
  <cp:lastModifiedBy>Alejo Fernandez</cp:lastModifiedBy>
  <cp:revision>1</cp:revision>
  <dcterms:created xsi:type="dcterms:W3CDTF">2026-06-08T14:00:25Z</dcterms:created>
  <dcterms:modified xsi:type="dcterms:W3CDTF">2026-06-09T20:47:29Z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